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85" r:id="rId1"/>
    <p:sldMasterId id="2147483808" r:id="rId2"/>
    <p:sldMasterId id="2147483811" r:id="rId3"/>
    <p:sldMasterId id="2147483833" r:id="rId4"/>
    <p:sldMasterId id="2147483836" r:id="rId5"/>
    <p:sldMasterId id="2147483839" r:id="rId6"/>
    <p:sldMasterId id="2147483843" r:id="rId7"/>
    <p:sldMasterId id="2147483856" r:id="rId8"/>
    <p:sldMasterId id="2147483872" r:id="rId9"/>
    <p:sldMasterId id="2147483874" r:id="rId10"/>
    <p:sldMasterId id="2147483890" r:id="rId11"/>
    <p:sldMasterId id="2147483891" r:id="rId12"/>
    <p:sldMasterId id="2147483897" r:id="rId13"/>
    <p:sldMasterId id="2147483916" r:id="rId14"/>
  </p:sldMasterIdLst>
  <p:notesMasterIdLst>
    <p:notesMasterId r:id="rId22"/>
  </p:notesMasterIdLst>
  <p:handoutMasterIdLst>
    <p:handoutMasterId r:id="rId23"/>
  </p:handoutMasterIdLst>
  <p:sldIdLst>
    <p:sldId id="262" r:id="rId15"/>
    <p:sldId id="669" r:id="rId16"/>
    <p:sldId id="411" r:id="rId17"/>
    <p:sldId id="654" r:id="rId18"/>
    <p:sldId id="16770701" r:id="rId19"/>
    <p:sldId id="16770700" r:id="rId20"/>
    <p:sldId id="16770702" r:id="rId21"/>
  </p:sldIdLst>
  <p:sldSz cx="9144000" cy="5143500" type="screen16x9"/>
  <p:notesSz cx="6797675" cy="99266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">
          <p15:clr>
            <a:srgbClr val="A4A3A4"/>
          </p15:clr>
        </p15:guide>
        <p15:guide id="2" orient="horz" pos="2861">
          <p15:clr>
            <a:srgbClr val="A4A3A4"/>
          </p15:clr>
        </p15:guide>
        <p15:guide id="3" orient="horz" pos="169">
          <p15:clr>
            <a:srgbClr val="A4A3A4"/>
          </p15:clr>
        </p15:guide>
        <p15:guide id="4" orient="horz" pos="416">
          <p15:clr>
            <a:srgbClr val="A4A3A4"/>
          </p15:clr>
        </p15:guide>
        <p15:guide id="5" orient="horz" pos="497">
          <p15:clr>
            <a:srgbClr val="A4A3A4"/>
          </p15:clr>
        </p15:guide>
        <p15:guide id="6" orient="horz" pos="2932">
          <p15:clr>
            <a:srgbClr val="A4A3A4"/>
          </p15:clr>
        </p15:guide>
        <p15:guide id="7" orient="horz" pos="1">
          <p15:clr>
            <a:srgbClr val="A4A3A4"/>
          </p15:clr>
        </p15:guide>
        <p15:guide id="8" orient="horz" pos="3239">
          <p15:clr>
            <a:srgbClr val="A4A3A4"/>
          </p15:clr>
        </p15:guide>
        <p15:guide id="9" orient="horz" pos="3139">
          <p15:clr>
            <a:srgbClr val="A4A3A4"/>
          </p15:clr>
        </p15:guide>
        <p15:guide id="10" pos="5567">
          <p15:clr>
            <a:srgbClr val="A4A3A4"/>
          </p15:clr>
        </p15:guide>
        <p15:guide id="11" pos="208">
          <p15:clr>
            <a:srgbClr val="A4A3A4"/>
          </p15:clr>
        </p15:guide>
        <p15:guide id="12">
          <p15:clr>
            <a:srgbClr val="A4A3A4"/>
          </p15:clr>
        </p15:guide>
        <p15:guide id="13" pos="5759">
          <p15:clr>
            <a:srgbClr val="A4A3A4"/>
          </p15:clr>
        </p15:guide>
        <p15:guide id="14" pos="4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000"/>
    <a:srgbClr val="FF0000"/>
    <a:srgbClr val="00B050"/>
    <a:srgbClr val="CCFFCC"/>
    <a:srgbClr val="0000FF"/>
    <a:srgbClr val="3366FF"/>
    <a:srgbClr val="6699FF"/>
    <a:srgbClr val="920000"/>
    <a:srgbClr val="56FC4E"/>
    <a:srgbClr val="003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32" autoAdjust="0"/>
    <p:restoredTop sz="84653" autoAdjust="0"/>
  </p:normalViewPr>
  <p:slideViewPr>
    <p:cSldViewPr snapToGrid="0" snapToObjects="1" showGuides="1">
      <p:cViewPr varScale="1">
        <p:scale>
          <a:sx n="214" d="100"/>
          <a:sy n="214" d="100"/>
        </p:scale>
        <p:origin x="624" y="168"/>
      </p:cViewPr>
      <p:guideLst>
        <p:guide orient="horz" pos="248"/>
        <p:guide orient="horz" pos="2861"/>
        <p:guide orient="horz" pos="169"/>
        <p:guide orient="horz" pos="416"/>
        <p:guide orient="horz" pos="497"/>
        <p:guide orient="horz" pos="2932"/>
        <p:guide orient="horz" pos="1"/>
        <p:guide orient="horz" pos="3239"/>
        <p:guide orient="horz" pos="3139"/>
        <p:guide pos="5567"/>
        <p:guide pos="208"/>
        <p:guide/>
        <p:guide pos="5759"/>
        <p:guide pos="4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57" d="100"/>
          <a:sy n="57" d="100"/>
        </p:scale>
        <p:origin x="-2726" y="-8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956AC1B-3849-468B-B3D6-71D2EAC0CF70}" type="datetimeFigureOut">
              <a:rPr lang="zh-CN" altLang="en-US"/>
              <a:pPr>
                <a:defRPr/>
              </a:pPr>
              <a:t>2026/8/3</a:t>
            </a:fld>
            <a:endParaRPr lang="en-US" altLang="zh-CN" dirty="0"/>
          </a:p>
        </p:txBody>
      </p:sp>
      <p:sp>
        <p:nvSpPr>
          <p:cNvPr id="227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27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30A5575-028F-456A-AFEC-97C97239BC4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96442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01BC75-03AA-4997-A092-C90D85226FF4}" type="datetimeFigureOut">
              <a:rPr lang="zh-CN" altLang="en-US"/>
              <a:pPr/>
              <a:t>2026/8/3</a:t>
            </a:fld>
            <a:endParaRPr lang="en-US" altLang="zh-CN" dirty="0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zh-CN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E3D1208B-ABB5-48F0-93EC-79B837E3F92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12356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1208B-ABB5-48F0-93EC-79B837E3F925}" type="slidenum">
              <a:rPr lang="zh-CN" altLang="en-US" smtClean="0"/>
              <a:pPr/>
              <a:t>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2600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</a:pPr>
            <a:endParaRPr lang="zh-CN" altLang="en-US" sz="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50ED1-2B68-41F6-B2BB-7089D6CCB758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532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为对员工的胜任度进行评价，评价就是比较，比较必须是在两者及以上，胜任度评估中相比较的两者是岗位基线和员工的实际能力，为保证团队评判标准一致，团队内有一套基线。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基线会随着业务的变化而变化。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BDBE9A-3A25-4610-AFC7-C4D652AE5C73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</a:pPr>
            <a:endParaRPr lang="zh-CN" altLang="en-US" sz="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50ED1-2B68-41F6-B2BB-7089D6CCB758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2944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5651" y="1697512"/>
            <a:ext cx="5688013" cy="56167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42301"/>
      </p:ext>
    </p:extLst>
  </p:cSld>
  <p:clrMapOvr>
    <a:masterClrMapping/>
  </p:clrMapOvr>
  <p:transition advClick="0" advTm="8000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36962"/>
            <a:ext cx="7632700" cy="6536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64088" y="1221288"/>
            <a:ext cx="7615824" cy="343855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276776"/>
            <a:ext cx="7632700" cy="559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276776"/>
            <a:ext cx="7632700" cy="559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972764"/>
            <a:ext cx="7596000" cy="36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c id"/>
          <p:cNvSpPr>
            <a:spLocks noGrp="1" noChangeArrowheads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5034467" y="58312"/>
            <a:ext cx="3751551" cy="93541"/>
          </a:xfrm>
          <a:prstGeom prst="rect">
            <a:avLst/>
          </a:prstGeom>
          <a:ln/>
        </p:spPr>
        <p:txBody>
          <a:bodyPr lIns="93296" tIns="46648" rIns="93296" bIns="46648"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  <a:ea typeface="宋体" charset="-122"/>
              </a:rPr>
              <a:t>LCS000820BJ(GB)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7005811" y="4935768"/>
            <a:ext cx="1904932" cy="207732"/>
          </a:xfrm>
          <a:prstGeom prst="rect">
            <a:avLst/>
          </a:prstGeom>
          <a:ln/>
        </p:spPr>
        <p:txBody>
          <a:bodyPr lIns="93296" tIns="46648" rIns="93296" bIns="46648"/>
          <a:lstStyle>
            <a:lvl1pPr>
              <a:defRPr/>
            </a:lvl1pPr>
          </a:lstStyle>
          <a:p>
            <a:pPr>
              <a:defRPr/>
            </a:pPr>
            <a:fld id="{56A8F293-A6BF-4991-AF40-7DF7DEC83599}" type="slidenum">
              <a:rPr lang="zh-CN" altLang="en-US">
                <a:solidFill>
                  <a:srgbClr val="000000"/>
                </a:solidFill>
                <a:ea typeface="宋体" charset="-122"/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Logo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8908" y="4192362"/>
            <a:ext cx="763134" cy="572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6808"/>
            <a:ext cx="9144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652948" y="4655686"/>
            <a:ext cx="2612708" cy="265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9854" tIns="39938" rIns="79854" bIns="39938">
            <a:spAutoFit/>
          </a:bodyPr>
          <a:lstStyle/>
          <a:p>
            <a:pPr defTabSz="800963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  <a:endParaRPr lang="en-US" altLang="zh-CN" sz="2200" dirty="0">
              <a:solidFill>
                <a:srgbClr val="000000"/>
              </a:solidFill>
              <a:latin typeface="Arial" pitchFamily="34" charset="0"/>
              <a:ea typeface="MS PGothic" pitchFamily="34" charset="-128"/>
            </a:endParaRP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7224609" y="3070792"/>
            <a:ext cx="1447261" cy="265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9854" tIns="39938" rIns="79854" bIns="39938">
            <a:spAutoFit/>
          </a:bodyPr>
          <a:lstStyle/>
          <a:p>
            <a:pPr defTabSz="801281" eaLnBrk="0" hangingPunct="0">
              <a:defRPr/>
            </a:pPr>
            <a:r>
              <a:rPr lang="en-US" altLang="zh-CN" sz="1200" dirty="0">
                <a:solidFill>
                  <a:srgbClr val="FFFFFF"/>
                </a:solidFill>
                <a:latin typeface="FrutigerNext LT Regular"/>
                <a:ea typeface="MS PGothic" pitchFamily="34" charset="-128"/>
              </a:rPr>
              <a:t>www.huawei.com</a:t>
            </a: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3984347" y="4655686"/>
            <a:ext cx="1642376" cy="2652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9821" tIns="39920" rIns="79821" bIns="39920">
            <a:spAutoFit/>
          </a:bodyPr>
          <a:lstStyle/>
          <a:p>
            <a:pPr defTabSz="801281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Huawei Confidential </a:t>
            </a: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6793389" y="185740"/>
            <a:ext cx="1401925" cy="296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9821" tIns="39920" rIns="79821" bIns="39920">
            <a:spAutoFit/>
          </a:bodyPr>
          <a:lstStyle/>
          <a:p>
            <a:pPr defTabSz="801281" eaLnBrk="0" hangingPunct="0">
              <a:defRPr/>
            </a:pPr>
            <a:r>
              <a:rPr lang="en-US" altLang="zh-CN" sz="1400" b="1" dirty="0">
                <a:solidFill>
                  <a:srgbClr val="666666"/>
                </a:solidFill>
                <a:latin typeface="FrutigerNext LT Regular"/>
                <a:ea typeface="MS PGothic" pitchFamily="34" charset="-128"/>
              </a:rPr>
              <a:t>Security Level:</a:t>
            </a:r>
            <a:r>
              <a:rPr lang="zh-CN" altLang="en-US" sz="1400" b="1" dirty="0">
                <a:solidFill>
                  <a:srgbClr val="666666"/>
                </a:solidFill>
                <a:latin typeface="FrutigerNext LT Regular"/>
                <a:ea typeface="MS PGothic" pitchFamily="34" charset="-128"/>
              </a:rPr>
              <a:t> </a:t>
            </a:r>
          </a:p>
        </p:txBody>
      </p:sp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-1968368" y="991961"/>
            <a:ext cx="1968368" cy="37624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869" tIns="39944" rIns="79869" bIns="39944">
            <a:spAutoFit/>
          </a:bodyPr>
          <a:lstStyle/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:40-47pt  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副标题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:26-30pt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字体颜色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反白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Arial" charset="0"/>
                <a:ea typeface="华文细黑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 LT Medium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 Arial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:35-47pt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黑体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  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副标题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:24-28pt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字体颜色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反白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细黑体</a:t>
            </a:r>
          </a:p>
          <a:p>
            <a:pPr algn="r" defTabSz="801281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 eaLnBrk="0" hangingPunct="0">
              <a:lnSpc>
                <a:spcPct val="125000"/>
              </a:lnSpc>
              <a:spcBef>
                <a:spcPct val="50000"/>
              </a:spcBef>
              <a:defRPr/>
            </a:pPr>
            <a:endParaRPr lang="zh-CN" altLang="en-US" sz="1100" dirty="0">
              <a:solidFill>
                <a:srgbClr val="000000"/>
              </a:solidFill>
              <a:latin typeface="Arial" charset="0"/>
              <a:ea typeface="华文细黑"/>
            </a:endParaRPr>
          </a:p>
        </p:txBody>
      </p:sp>
      <p:sp>
        <p:nvSpPr>
          <p:cNvPr id="44047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636595" y="1044184"/>
            <a:ext cx="5303837" cy="1250156"/>
          </a:xfrm>
        </p:spPr>
        <p:txBody>
          <a:bodyPr/>
          <a:lstStyle>
            <a:lvl1pPr>
              <a:defRPr sz="43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4048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4217" y="2387212"/>
            <a:ext cx="5305425" cy="648890"/>
          </a:xfrm>
        </p:spPr>
        <p:txBody>
          <a:bodyPr lIns="80099" tIns="40051" rIns="80099" bIns="40051"/>
          <a:lstStyle>
            <a:lvl1pPr marL="0" indent="0">
              <a:buFont typeface="Wingdings" pitchFamily="2" charset="2"/>
              <a:buNone/>
              <a:defRPr sz="2800">
                <a:solidFill>
                  <a:schemeClr val="bg1"/>
                </a:solidFill>
                <a:latin typeface="华文细黑" pitchFamily="2" charset="-122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26"/>
          <p:cNvSpPr>
            <a:spLocks noGrp="1" noChangeArrowheads="1"/>
          </p:cNvSpPr>
          <p:nvPr>
            <p:ph type="dt" sz="quarter" idx="10"/>
          </p:nvPr>
        </p:nvSpPr>
        <p:spPr>
          <a:xfrm>
            <a:off x="684237" y="212271"/>
            <a:ext cx="2132965" cy="356168"/>
          </a:xfrm>
        </p:spPr>
        <p:txBody>
          <a:bodyPr lIns="79869" tIns="39944" rIns="79869" bIns="39944"/>
          <a:lstStyle>
            <a:lvl1pPr algn="ctr">
              <a:lnSpc>
                <a:spcPct val="100000"/>
              </a:lnSpc>
              <a:spcBef>
                <a:spcPct val="50000"/>
              </a:spcBef>
              <a:defRPr kumimoji="1" b="1">
                <a:latin typeface="FrutigerNext LT Regular" pitchFamily="34" charset="0"/>
              </a:defRPr>
            </a:lvl1pPr>
          </a:lstStyle>
          <a:p>
            <a:pPr>
              <a:defRPr/>
            </a:pPr>
            <a:fld id="{19FA205D-12E2-4C9C-9378-ED74BBD01766}" type="datetime1">
              <a:rPr lang="zh-CN" altLang="en-US"/>
              <a:pPr>
                <a:defRPr/>
              </a:pPr>
              <a:t>2026/8/3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4BD0274D-8225-47DA-8018-161F7F3C9CCD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82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8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968" indent="0">
              <a:buNone/>
              <a:defRPr sz="1800"/>
            </a:lvl2pPr>
            <a:lvl3pPr marL="913935" indent="0">
              <a:buNone/>
              <a:defRPr sz="1600"/>
            </a:lvl3pPr>
            <a:lvl4pPr marL="1370904" indent="0">
              <a:buNone/>
              <a:defRPr sz="1400"/>
            </a:lvl4pPr>
            <a:lvl5pPr marL="1827873" indent="0">
              <a:buNone/>
              <a:defRPr sz="1400"/>
            </a:lvl5pPr>
            <a:lvl6pPr marL="2284841" indent="0">
              <a:buNone/>
              <a:defRPr sz="1400"/>
            </a:lvl6pPr>
            <a:lvl7pPr marL="2741808" indent="0">
              <a:buNone/>
              <a:defRPr sz="1400"/>
            </a:lvl7pPr>
            <a:lvl8pPr marL="3198777" indent="0">
              <a:buNone/>
              <a:defRPr sz="1400"/>
            </a:lvl8pPr>
            <a:lvl9pPr marL="3655746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B6744226-5E23-4F75-BB0A-BD395340F318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52469" y="1231109"/>
            <a:ext cx="3887787" cy="31456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9" y="1231109"/>
            <a:ext cx="3889375" cy="31456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7579D9B6-2645-4A55-AAA9-AEA70560D5D5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68" indent="0">
              <a:buNone/>
              <a:defRPr sz="2000" b="1"/>
            </a:lvl2pPr>
            <a:lvl3pPr marL="913935" indent="0">
              <a:buNone/>
              <a:defRPr sz="1800" b="1"/>
            </a:lvl3pPr>
            <a:lvl4pPr marL="1370904" indent="0">
              <a:buNone/>
              <a:defRPr sz="1600" b="1"/>
            </a:lvl4pPr>
            <a:lvl5pPr marL="1827873" indent="0">
              <a:buNone/>
              <a:defRPr sz="1600" b="1"/>
            </a:lvl5pPr>
            <a:lvl6pPr marL="2284841" indent="0">
              <a:buNone/>
              <a:defRPr sz="1600" b="1"/>
            </a:lvl6pPr>
            <a:lvl7pPr marL="2741808" indent="0">
              <a:buNone/>
              <a:defRPr sz="1600" b="1"/>
            </a:lvl7pPr>
            <a:lvl8pPr marL="3198777" indent="0">
              <a:buNone/>
              <a:defRPr sz="1600" b="1"/>
            </a:lvl8pPr>
            <a:lvl9pPr marL="365574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68" indent="0">
              <a:buNone/>
              <a:defRPr sz="2000" b="1"/>
            </a:lvl2pPr>
            <a:lvl3pPr marL="913935" indent="0">
              <a:buNone/>
              <a:defRPr sz="1800" b="1"/>
            </a:lvl3pPr>
            <a:lvl4pPr marL="1370904" indent="0">
              <a:buNone/>
              <a:defRPr sz="1600" b="1"/>
            </a:lvl4pPr>
            <a:lvl5pPr marL="1827873" indent="0">
              <a:buNone/>
              <a:defRPr sz="1600" b="1"/>
            </a:lvl5pPr>
            <a:lvl6pPr marL="2284841" indent="0">
              <a:buNone/>
              <a:defRPr sz="1600" b="1"/>
            </a:lvl6pPr>
            <a:lvl7pPr marL="2741808" indent="0">
              <a:buNone/>
              <a:defRPr sz="1600" b="1"/>
            </a:lvl7pPr>
            <a:lvl8pPr marL="3198777" indent="0">
              <a:buNone/>
              <a:defRPr sz="1600" b="1"/>
            </a:lvl8pPr>
            <a:lvl9pPr marL="365574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434B4C0C-4155-411F-BB21-906448BA5025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D529E37A-1E55-4975-8488-315221143DD2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9EF3D74A-CA43-4189-AA3E-19313B44F848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1" y="204795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076331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6968" indent="0">
              <a:buNone/>
              <a:defRPr sz="1200"/>
            </a:lvl2pPr>
            <a:lvl3pPr marL="913935" indent="0">
              <a:buNone/>
              <a:defRPr sz="1000"/>
            </a:lvl3pPr>
            <a:lvl4pPr marL="1370904" indent="0">
              <a:buNone/>
              <a:defRPr sz="900"/>
            </a:lvl4pPr>
            <a:lvl5pPr marL="1827873" indent="0">
              <a:buNone/>
              <a:defRPr sz="900"/>
            </a:lvl5pPr>
            <a:lvl6pPr marL="2284841" indent="0">
              <a:buNone/>
              <a:defRPr sz="900"/>
            </a:lvl6pPr>
            <a:lvl7pPr marL="2741808" indent="0">
              <a:buNone/>
              <a:defRPr sz="900"/>
            </a:lvl7pPr>
            <a:lvl8pPr marL="3198777" indent="0">
              <a:buNone/>
              <a:defRPr sz="900"/>
            </a:lvl8pPr>
            <a:lvl9pPr marL="3655746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CF08F349-7996-4D76-B4B9-7787D378BB55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80111" tIns="40058" rIns="80111" bIns="40058"/>
          <a:lstStyle>
            <a:lvl1pPr marL="0" indent="0">
              <a:buNone/>
              <a:defRPr sz="3200"/>
            </a:lvl1pPr>
            <a:lvl2pPr marL="456968" indent="0">
              <a:buNone/>
              <a:defRPr sz="2800"/>
            </a:lvl2pPr>
            <a:lvl3pPr marL="913935" indent="0">
              <a:buNone/>
              <a:defRPr sz="2400"/>
            </a:lvl3pPr>
            <a:lvl4pPr marL="1370904" indent="0">
              <a:buNone/>
              <a:defRPr sz="2000"/>
            </a:lvl4pPr>
            <a:lvl5pPr marL="1827873" indent="0">
              <a:buNone/>
              <a:defRPr sz="2000"/>
            </a:lvl5pPr>
            <a:lvl6pPr marL="2284841" indent="0">
              <a:buNone/>
              <a:defRPr sz="2000"/>
            </a:lvl6pPr>
            <a:lvl7pPr marL="2741808" indent="0">
              <a:buNone/>
              <a:defRPr sz="2000"/>
            </a:lvl7pPr>
            <a:lvl8pPr marL="3198777" indent="0">
              <a:buNone/>
              <a:defRPr sz="2000"/>
            </a:lvl8pPr>
            <a:lvl9pPr marL="3655746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6968" indent="0">
              <a:buNone/>
              <a:defRPr sz="1200"/>
            </a:lvl2pPr>
            <a:lvl3pPr marL="913935" indent="0">
              <a:buNone/>
              <a:defRPr sz="1000"/>
            </a:lvl3pPr>
            <a:lvl4pPr marL="1370904" indent="0">
              <a:buNone/>
              <a:defRPr sz="900"/>
            </a:lvl4pPr>
            <a:lvl5pPr marL="1827873" indent="0">
              <a:buNone/>
              <a:defRPr sz="900"/>
            </a:lvl5pPr>
            <a:lvl6pPr marL="2284841" indent="0">
              <a:buNone/>
              <a:defRPr sz="900"/>
            </a:lvl6pPr>
            <a:lvl7pPr marL="2741808" indent="0">
              <a:buNone/>
              <a:defRPr sz="900"/>
            </a:lvl7pPr>
            <a:lvl8pPr marL="3198777" indent="0">
              <a:buNone/>
              <a:defRPr sz="900"/>
            </a:lvl8pPr>
            <a:lvl9pPr marL="3655746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1AC6EA19-B573-4F4F-9CB5-E2852BFB9A99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885B48B2-F041-47F2-B2AC-AC885AD72740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00825" y="322668"/>
            <a:ext cx="1981200" cy="405407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52465" y="322668"/>
            <a:ext cx="5795962" cy="405407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6BC7F7EA-15CE-4063-AF2D-8084C27259E9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2466" y="322664"/>
            <a:ext cx="7745412" cy="65365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52469" y="1231109"/>
            <a:ext cx="3887787" cy="31456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9" y="1231109"/>
            <a:ext cx="3889375" cy="31456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spcBef>
                <a:spcPct val="50000"/>
              </a:spcBef>
              <a:defRPr kumimoji="1" b="1"/>
            </a:lvl1pPr>
          </a:lstStyle>
          <a:p>
            <a:pPr>
              <a:defRPr/>
            </a:pPr>
            <a:r>
              <a:rPr lang="de-DE" altLang="zh-CN"/>
              <a:t>Page </a:t>
            </a:r>
            <a:fld id="{8BE4EE07-073B-4EA4-BD90-FE9E7EB2A76A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778" name="Picture 2" descr="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8875" y="4183857"/>
            <a:ext cx="820738" cy="616744"/>
          </a:xfrm>
          <a:prstGeom prst="rect">
            <a:avLst/>
          </a:prstGeom>
          <a:noFill/>
        </p:spPr>
      </p:pic>
      <p:pic>
        <p:nvPicPr>
          <p:cNvPr id="459779" name="Picture 3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88" y="588169"/>
            <a:ext cx="9142412" cy="2857500"/>
          </a:xfrm>
          <a:prstGeom prst="rect">
            <a:avLst/>
          </a:prstGeom>
          <a:noFill/>
        </p:spPr>
      </p:pic>
      <p:sp>
        <p:nvSpPr>
          <p:cNvPr id="459780" name="Text Box 4"/>
          <p:cNvSpPr txBox="1">
            <a:spLocks noChangeArrowheads="1"/>
          </p:cNvSpPr>
          <p:nvPr/>
        </p:nvSpPr>
        <p:spPr bwMode="auto">
          <a:xfrm>
            <a:off x="652464" y="4643439"/>
            <a:ext cx="2756231" cy="27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8309" tIns="39153" rIns="78309" bIns="39153">
            <a:spAutoFit/>
          </a:bodyPr>
          <a:lstStyle/>
          <a:p>
            <a:pPr defTabSz="784225" eaLnBrk="0" hangingPunct="0"/>
            <a:r>
              <a:rPr lang="en-US" altLang="zh-CN" sz="13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TECHNOLOGIES Co., Ltd.</a:t>
            </a:r>
          </a:p>
        </p:txBody>
      </p:sp>
      <p:sp>
        <p:nvSpPr>
          <p:cNvPr id="459781" name="Text Box 5"/>
          <p:cNvSpPr txBox="1">
            <a:spLocks noChangeArrowheads="1"/>
          </p:cNvSpPr>
          <p:nvPr/>
        </p:nvSpPr>
        <p:spPr bwMode="auto">
          <a:xfrm>
            <a:off x="6858000" y="2988470"/>
            <a:ext cx="2133600" cy="244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09" tIns="45704" rIns="91409" bIns="45704"/>
          <a:lstStyle/>
          <a:p>
            <a:r>
              <a:rPr lang="en-US" altLang="zh-CN">
                <a:solidFill>
                  <a:srgbClr val="000000"/>
                </a:solidFill>
                <a:latin typeface="Arial" pitchFamily="34" charset="0"/>
              </a:rPr>
              <a:t>www.huawei.com</a:t>
            </a:r>
          </a:p>
        </p:txBody>
      </p:sp>
      <p:sp>
        <p:nvSpPr>
          <p:cNvPr id="459782" name="Rectangle 6"/>
          <p:cNvSpPr>
            <a:spLocks noChangeArrowheads="1"/>
          </p:cNvSpPr>
          <p:nvPr/>
        </p:nvSpPr>
        <p:spPr bwMode="auto">
          <a:xfrm>
            <a:off x="6419853" y="235744"/>
            <a:ext cx="1034991" cy="3252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78309" tIns="39153" rIns="78309" bIns="39153">
            <a:spAutoFit/>
          </a:bodyPr>
          <a:lstStyle/>
          <a:p>
            <a:pPr defTabSz="784225" eaLnBrk="0" hangingPunct="0"/>
            <a:r>
              <a:rPr lang="zh-CN" altLang="en-US" sz="1600">
                <a:solidFill>
                  <a:srgbClr val="666666"/>
                </a:solidFill>
                <a:latin typeface="FrutigerNext LT Regular" pitchFamily="34" charset="0"/>
                <a:ea typeface="ＭＳ Ｐゴシック" pitchFamily="34" charset="-128"/>
              </a:rPr>
              <a:t>内部公开</a:t>
            </a:r>
            <a:r>
              <a:rPr lang="zh-CN" altLang="en-US" sz="1500">
                <a:solidFill>
                  <a:srgbClr val="666666"/>
                </a:solidFill>
                <a:latin typeface="FrutigerNext LT Regular" pitchFamily="34" charset="0"/>
                <a:ea typeface="ＭＳ Ｐゴシック" pitchFamily="34" charset="-128"/>
              </a:rPr>
              <a:t> </a:t>
            </a:r>
          </a:p>
        </p:txBody>
      </p:sp>
      <p:sp>
        <p:nvSpPr>
          <p:cNvPr id="45978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5801" y="1646635"/>
            <a:ext cx="5489575" cy="869156"/>
          </a:xfrm>
        </p:spPr>
        <p:txBody>
          <a:bodyPr lIns="78355" tIns="39177" rIns="78355" bIns="39177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59784" name="Rectangle 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376240" y="123825"/>
            <a:ext cx="1728787" cy="3571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78355" tIns="39177" rIns="78355" bIns="39177" numCol="1" anchor="t" anchorCtr="0" compatLnSpc="1">
            <a:prstTxWarp prst="textNoShape">
              <a:avLst/>
            </a:prstTxWarp>
          </a:bodyPr>
          <a:lstStyle>
            <a:lvl1pPr algn="l" defTabSz="784225">
              <a:defRPr sz="1200">
                <a:latin typeface="+mn-lt"/>
              </a:defRPr>
            </a:lvl1pPr>
          </a:lstStyle>
          <a:p>
            <a:pPr eaLnBrk="0" hangingPunct="0"/>
            <a:endParaRPr lang="en-US" altLang="zh-CN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59787" name="Rectangle 11"/>
          <p:cNvSpPr>
            <a:spLocks noChangeArrowheads="1"/>
          </p:cNvSpPr>
          <p:nvPr userDrawn="1"/>
        </p:nvSpPr>
        <p:spPr bwMode="auto">
          <a:xfrm>
            <a:off x="4108452" y="4639867"/>
            <a:ext cx="1842431" cy="2828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044" tIns="41020" rIns="82044" bIns="41020">
            <a:spAutoFit/>
          </a:bodyPr>
          <a:lstStyle/>
          <a:p>
            <a:pPr defTabSz="820738" eaLnBrk="0" hangingPunct="0"/>
            <a:r>
              <a:rPr lang="en-US" altLang="zh-CN" sz="13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2300" y="885827"/>
            <a:ext cx="3956050" cy="37087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0750" y="885827"/>
            <a:ext cx="3956050" cy="37087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0676" y="205979"/>
            <a:ext cx="2016125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2301" y="205979"/>
            <a:ext cx="5895975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2300" y="205979"/>
            <a:ext cx="8064500" cy="4388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2300" y="205979"/>
            <a:ext cx="8064500" cy="47029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2300" y="885827"/>
            <a:ext cx="3956050" cy="370879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0750" y="885827"/>
            <a:ext cx="3956050" cy="370879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276778"/>
            <a:ext cx="7632700" cy="559338"/>
          </a:xfrm>
          <a:prstGeom prst="rect">
            <a:avLst/>
          </a:prstGeom>
        </p:spPr>
        <p:txBody>
          <a:bodyPr lIns="91436" tIns="45718" rIns="91436" bIns="4571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972764"/>
            <a:ext cx="7596000" cy="3600000"/>
          </a:xfrm>
          <a:prstGeom prst="rect">
            <a:avLst/>
          </a:prstGeom>
        </p:spPr>
        <p:txBody>
          <a:bodyPr lIns="91436" tIns="45718" rIns="91436" bIns="45718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6495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8875" y="4192192"/>
            <a:ext cx="763588" cy="572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6979"/>
            <a:ext cx="9144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52466" y="4655344"/>
            <a:ext cx="2613253" cy="26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24" tIns="40063" rIns="80124" bIns="40063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TECHNOLOGIES CO., LTD.</a:t>
            </a:r>
            <a:endParaRPr lang="en-US" altLang="zh-CN" sz="22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224713" y="3070622"/>
            <a:ext cx="1447806" cy="26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24" tIns="40063" rIns="80124" bIns="40063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FFFFFF"/>
                </a:solidFill>
                <a:latin typeface="FrutigerNext LT Regular" pitchFamily="34" charset="0"/>
                <a:ea typeface="ＭＳ Ｐゴシック" pitchFamily="34" charset="-128"/>
              </a:rPr>
              <a:t>www.huawei.com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984627" y="4655344"/>
            <a:ext cx="1642923" cy="2655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92" tIns="40044" rIns="80092" bIns="40044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792916" y="185738"/>
            <a:ext cx="1402473" cy="2963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92" tIns="40044" rIns="80092" bIns="40044">
            <a:spAutoFit/>
          </a:bodyPr>
          <a:lstStyle/>
          <a:p>
            <a:pPr defTabSz="801688" eaLnBrk="0" hangingPunct="0">
              <a:defRPr/>
            </a:pPr>
            <a:r>
              <a:rPr lang="en-US" altLang="zh-CN" sz="1400" b="1">
                <a:solidFill>
                  <a:srgbClr val="666666"/>
                </a:solidFill>
                <a:latin typeface="FrutigerNext LT Regular" pitchFamily="34" charset="0"/>
                <a:ea typeface="ＭＳ Ｐゴシック" pitchFamily="34" charset="-128"/>
              </a:rPr>
              <a:t>Security Level: 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-1968500" y="991791"/>
            <a:ext cx="1968500" cy="37626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0139" tIns="40069" rIns="80139" bIns="40069">
            <a:spAutoFit/>
          </a:bodyPr>
          <a:lstStyle/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:40-47pt  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副标题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:26-30pt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反白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FrutigerNext LT Medium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Arial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en-US" altLang="zh-CN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en-US" altLang="zh-CN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:35-47pt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 副标题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:24-28pt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反白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细黑体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spcBef>
                <a:spcPct val="50000"/>
              </a:spcBef>
              <a:defRPr/>
            </a:pPr>
            <a:endParaRPr lang="en-US" altLang="zh-CN" sz="1100">
              <a:solidFill>
                <a:srgbClr val="000000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636588" y="1044180"/>
            <a:ext cx="5303837" cy="1250156"/>
          </a:xfrm>
        </p:spPr>
        <p:txBody>
          <a:bodyPr/>
          <a:lstStyle>
            <a:lvl1pPr>
              <a:defRPr sz="43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4216" y="2387205"/>
            <a:ext cx="5305425" cy="648890"/>
          </a:xfrm>
        </p:spPr>
        <p:txBody>
          <a:bodyPr lIns="80139" tIns="40069" rIns="80139" bIns="40069"/>
          <a:lstStyle>
            <a:lvl1pPr marL="0" indent="0">
              <a:buFont typeface="Wingdings" pitchFamily="2" charset="2"/>
              <a:buNone/>
              <a:defRPr sz="2800">
                <a:solidFill>
                  <a:schemeClr val="bg1"/>
                </a:solidFill>
                <a:latin typeface="华文细黑" pitchFamily="2" charset="-122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dt" sz="quarter" idx="10"/>
          </p:nvPr>
        </p:nvSpPr>
        <p:spPr>
          <a:xfrm>
            <a:off x="684213" y="211933"/>
            <a:ext cx="2133600" cy="355997"/>
          </a:xfrm>
        </p:spPr>
        <p:txBody>
          <a:bodyPr lIns="80139" tIns="40069" rIns="80139" bIns="40069"/>
          <a:lstStyle>
            <a:lvl1pPr>
              <a:lnSpc>
                <a:spcPct val="100000"/>
              </a:lnSpc>
              <a:defRPr>
                <a:latin typeface="FrutigerNext LT Regular" pitchFamily="34" charset="0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7F74FE2D-6BE0-4E7A-BF88-BBE482063865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C0915946-9F59-43ED-9D99-2F78FBB412B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52463" y="1231108"/>
            <a:ext cx="3887787" cy="31456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3" y="1231108"/>
            <a:ext cx="3889375" cy="31456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CF57FB38-BD30-4212-B89D-084526126D27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522D27C2-7931-4CA3-B369-22ACD6E996C1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2D747250-07D5-4B8E-A86E-463D5DC0099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3D6D571C-4AA9-49AE-A1DB-FF87608940A5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329985E9-1E39-4D59-BCE0-C1F2A58CC96D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CFFEFB69-1D0A-4D15-A9C8-BFBD57FCF820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757C88EF-AEE7-4063-B629-B9D0C24FC9B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00825" y="322661"/>
            <a:ext cx="1981200" cy="405407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52463" y="322661"/>
            <a:ext cx="5795962" cy="405407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0C1D6B8D-06FA-43BD-92B8-99B85279BEA7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52463" y="322661"/>
            <a:ext cx="7929562" cy="40540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F3AEBB9F-2106-4864-AB15-DD9F62561452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2463" y="322661"/>
            <a:ext cx="7745412" cy="65365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52463" y="1231108"/>
            <a:ext cx="3887787" cy="31456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3" y="1231108"/>
            <a:ext cx="3889375" cy="31456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214A6B1-1F21-4903-B66A-5B6859E705AA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8875" y="4183857"/>
            <a:ext cx="820738" cy="61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6979"/>
            <a:ext cx="9144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652464" y="4655344"/>
            <a:ext cx="2613211" cy="2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3" tIns="40053" rIns="80103" bIns="40053">
            <a:spAutoFit/>
          </a:bodyPr>
          <a:lstStyle/>
          <a:p>
            <a:pPr defTabSz="800100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HUAWEI TECHNOLOGIES CO., LTD.</a:t>
            </a:r>
            <a:endParaRPr lang="en-US" altLang="zh-CN" sz="2200">
              <a:solidFill>
                <a:srgbClr val="000000"/>
              </a:solidFill>
              <a:latin typeface="Arial" pitchFamily="34" charset="0"/>
              <a:ea typeface="MS PGothic" pitchFamily="34" charset="-128"/>
            </a:endParaRP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7224713" y="3070622"/>
            <a:ext cx="1447764" cy="2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3" tIns="40053" rIns="80103" bIns="40053">
            <a:spAutoFit/>
          </a:bodyPr>
          <a:lstStyle/>
          <a:p>
            <a:pPr defTabSz="800953" eaLnBrk="0" hangingPunct="0">
              <a:defRPr/>
            </a:pPr>
            <a:r>
              <a:rPr lang="en-US" altLang="zh-CN" sz="1200" dirty="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rPr>
              <a:t>www.huawei.com</a:t>
            </a: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3984628" y="4655344"/>
            <a:ext cx="1642883" cy="2655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72" tIns="40033" rIns="80072" bIns="40033">
            <a:spAutoFit/>
          </a:bodyPr>
          <a:lstStyle/>
          <a:p>
            <a:pPr defTabSz="800953" eaLnBrk="0" hangingPunct="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Huawei</a:t>
            </a:r>
            <a:r>
              <a:rPr lang="en-US" altLang="zh-CN" sz="1200" dirty="0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 Confidential </a:t>
            </a: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6792913" y="185739"/>
            <a:ext cx="1402432" cy="2962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72" tIns="40033" rIns="80072" bIns="40033">
            <a:spAutoFit/>
          </a:bodyPr>
          <a:lstStyle/>
          <a:p>
            <a:pPr defTabSz="800953" eaLnBrk="0" hangingPunct="0">
              <a:defRPr/>
            </a:pPr>
            <a:r>
              <a:rPr lang="en-US" altLang="zh-CN" sz="1400" b="1" dirty="0">
                <a:solidFill>
                  <a:srgbClr val="666666"/>
                </a:solidFill>
                <a:latin typeface="FrutigerNext LT Regular" pitchFamily="34" charset="0"/>
                <a:ea typeface="MS PGothic" pitchFamily="34" charset="-128"/>
              </a:rPr>
              <a:t>Security Level: </a:t>
            </a:r>
          </a:p>
        </p:txBody>
      </p:sp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-1968500" y="991791"/>
            <a:ext cx="1968500" cy="37626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0119" tIns="40059" rIns="80119" bIns="40059">
            <a:spAutoFit/>
          </a:bodyPr>
          <a:lstStyle/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:40-47pt  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副标题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:26-30pt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反白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LT Medium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Arial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:35-47pt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 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副标题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:24-28pt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反白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细黑体</a:t>
            </a:r>
          </a:p>
          <a:p>
            <a:pPr algn="r" defTabSz="800953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 eaLnBrk="0" hangingPunct="0">
              <a:lnSpc>
                <a:spcPct val="125000"/>
              </a:lnSpc>
              <a:spcBef>
                <a:spcPct val="50000"/>
              </a:spcBef>
              <a:defRPr/>
            </a:pPr>
            <a:endParaRPr lang="zh-CN" altLang="en-US" sz="1100" dirty="0">
              <a:solidFill>
                <a:srgbClr val="000000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44047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685557" y="1044353"/>
            <a:ext cx="5304616" cy="1249589"/>
          </a:xfrm>
        </p:spPr>
        <p:txBody>
          <a:bodyPr/>
          <a:lstStyle>
            <a:lvl1pPr algn="ctr">
              <a:defRPr sz="41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4048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4150" y="2386923"/>
            <a:ext cx="5306020" cy="648608"/>
          </a:xfrm>
        </p:spPr>
        <p:txBody>
          <a:bodyPr lIns="80119" tIns="40059" rIns="80119" bIns="40059"/>
          <a:lstStyle>
            <a:lvl1pPr marL="0" indent="0" algn="ctr">
              <a:buFont typeface="Wingdings" pitchFamily="2" charset="2"/>
              <a:buNone/>
              <a:defRPr sz="2100" b="0">
                <a:solidFill>
                  <a:schemeClr val="bg1"/>
                </a:solidFill>
                <a:latin typeface="华文细黑" pitchFamily="2" charset="-122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26"/>
          <p:cNvSpPr>
            <a:spLocks noGrp="1" noChangeArrowheads="1"/>
          </p:cNvSpPr>
          <p:nvPr>
            <p:ph type="dt" sz="quarter" idx="10"/>
          </p:nvPr>
        </p:nvSpPr>
        <p:spPr>
          <a:xfrm>
            <a:off x="684213" y="211933"/>
            <a:ext cx="2133600" cy="355997"/>
          </a:xfrm>
        </p:spPr>
        <p:txBody>
          <a:bodyPr lIns="80119" tIns="40059" rIns="80119" bIns="40059"/>
          <a:lstStyle>
            <a:lvl1pPr eaLnBrk="1" hangingPunct="1">
              <a:lnSpc>
                <a:spcPct val="100000"/>
              </a:lnSpc>
              <a:defRPr>
                <a:latin typeface="FrutigerNext LT Regular" pitchFamily="34" charset="0"/>
              </a:defRPr>
            </a:lvl1pPr>
          </a:lstStyle>
          <a:p>
            <a:pPr>
              <a:defRPr/>
            </a:pPr>
            <a:fld id="{E7A3E595-77F6-4BD9-A7A5-1AEDCCB4BFFE}" type="datetime1">
              <a:rPr lang="zh-CN" altLang="en-US"/>
              <a:pPr>
                <a:defRPr/>
              </a:pPr>
              <a:t>2026/8/3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C050B693-F4EA-4CD2-8EDA-157537E6D1C3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079" y="3305403"/>
            <a:ext cx="7772892" cy="1021670"/>
          </a:xfrm>
        </p:spPr>
        <p:txBody>
          <a:bodyPr anchor="t"/>
          <a:lstStyle>
            <a:lvl1pPr algn="l">
              <a:defRPr sz="37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079" y="2180545"/>
            <a:ext cx="7772892" cy="112485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7133" indent="0">
              <a:buNone/>
              <a:defRPr sz="1600"/>
            </a:lvl2pPr>
            <a:lvl3pPr marL="834269" indent="0">
              <a:buNone/>
              <a:defRPr sz="1500"/>
            </a:lvl3pPr>
            <a:lvl4pPr marL="1251401" indent="0">
              <a:buNone/>
              <a:defRPr sz="1300"/>
            </a:lvl4pPr>
            <a:lvl5pPr marL="1668535" indent="0">
              <a:buNone/>
              <a:defRPr sz="1300"/>
            </a:lvl5pPr>
            <a:lvl6pPr marL="2085668" indent="0">
              <a:buNone/>
              <a:defRPr sz="1300"/>
            </a:lvl6pPr>
            <a:lvl7pPr marL="2502801" indent="0">
              <a:buNone/>
              <a:defRPr sz="1300"/>
            </a:lvl7pPr>
            <a:lvl8pPr marL="2919937" indent="0">
              <a:buNone/>
              <a:defRPr sz="1300"/>
            </a:lvl8pPr>
            <a:lvl9pPr marL="333707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4913B894-16AD-495D-AE72-8D56C8F5D65F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53248" y="1231450"/>
            <a:ext cx="3896982" cy="3145518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5092" y="1231450"/>
            <a:ext cx="3896982" cy="3145518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C45234CC-F285-4AAA-B9D2-040911DF0B20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572" y="206375"/>
            <a:ext cx="8230864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6568" y="1150938"/>
            <a:ext cx="4040274" cy="48078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7133" indent="0">
              <a:buNone/>
              <a:defRPr sz="1800" b="1"/>
            </a:lvl2pPr>
            <a:lvl3pPr marL="834269" indent="0">
              <a:buNone/>
              <a:defRPr sz="1600" b="1"/>
            </a:lvl3pPr>
            <a:lvl4pPr marL="1251401" indent="0">
              <a:buNone/>
              <a:defRPr sz="1500" b="1"/>
            </a:lvl4pPr>
            <a:lvl5pPr marL="1668535" indent="0">
              <a:buNone/>
              <a:defRPr sz="1500" b="1"/>
            </a:lvl5pPr>
            <a:lvl6pPr marL="2085668" indent="0">
              <a:buNone/>
              <a:defRPr sz="1500" b="1"/>
            </a:lvl6pPr>
            <a:lvl7pPr marL="2502801" indent="0">
              <a:buNone/>
              <a:defRPr sz="1500" b="1"/>
            </a:lvl7pPr>
            <a:lvl8pPr marL="2919937" indent="0">
              <a:buNone/>
              <a:defRPr sz="1500" b="1"/>
            </a:lvl8pPr>
            <a:lvl9pPr marL="3337070" indent="0">
              <a:buNone/>
              <a:defRPr sz="15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6568" y="1631729"/>
            <a:ext cx="4040274" cy="296295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348" y="1150938"/>
            <a:ext cx="4043084" cy="48078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7133" indent="0">
              <a:buNone/>
              <a:defRPr sz="1800" b="1"/>
            </a:lvl2pPr>
            <a:lvl3pPr marL="834269" indent="0">
              <a:buNone/>
              <a:defRPr sz="1600" b="1"/>
            </a:lvl3pPr>
            <a:lvl4pPr marL="1251401" indent="0">
              <a:buNone/>
              <a:defRPr sz="1500" b="1"/>
            </a:lvl4pPr>
            <a:lvl5pPr marL="1668535" indent="0">
              <a:buNone/>
              <a:defRPr sz="1500" b="1"/>
            </a:lvl5pPr>
            <a:lvl6pPr marL="2085668" indent="0">
              <a:buNone/>
              <a:defRPr sz="1500" b="1"/>
            </a:lvl6pPr>
            <a:lvl7pPr marL="2502801" indent="0">
              <a:buNone/>
              <a:defRPr sz="1500" b="1"/>
            </a:lvl7pPr>
            <a:lvl8pPr marL="2919937" indent="0">
              <a:buNone/>
              <a:defRPr sz="1500" b="1"/>
            </a:lvl8pPr>
            <a:lvl9pPr marL="3337070" indent="0">
              <a:buNone/>
              <a:defRPr sz="15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348" y="1631729"/>
            <a:ext cx="4043084" cy="296295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3A701F7A-D66D-44AC-9C8D-4B4C6E74A9B8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99C29DA1-6FF1-4015-8F07-93511458D570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D5BD64B8-1263-4A70-B13A-ECBCC6A717FC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575" y="205243"/>
            <a:ext cx="3009133" cy="870857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278" y="205243"/>
            <a:ext cx="5112154" cy="4389437"/>
          </a:xfrm>
        </p:spPr>
        <p:txBody>
          <a:bodyPr/>
          <a:lstStyle>
            <a:lvl1pPr>
              <a:defRPr sz="29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6575" y="1076098"/>
            <a:ext cx="3009133" cy="3518580"/>
          </a:xfrm>
        </p:spPr>
        <p:txBody>
          <a:bodyPr/>
          <a:lstStyle>
            <a:lvl1pPr marL="0" indent="0">
              <a:buNone/>
              <a:defRPr sz="1300"/>
            </a:lvl1pPr>
            <a:lvl2pPr marL="417133" indent="0">
              <a:buNone/>
              <a:defRPr sz="1100"/>
            </a:lvl2pPr>
            <a:lvl3pPr marL="834269" indent="0">
              <a:buNone/>
              <a:defRPr sz="900"/>
            </a:lvl3pPr>
            <a:lvl4pPr marL="1251401" indent="0">
              <a:buNone/>
              <a:defRPr sz="800"/>
            </a:lvl4pPr>
            <a:lvl5pPr marL="1668535" indent="0">
              <a:buNone/>
              <a:defRPr sz="800"/>
            </a:lvl5pPr>
            <a:lvl6pPr marL="2085668" indent="0">
              <a:buNone/>
              <a:defRPr sz="800"/>
            </a:lvl6pPr>
            <a:lvl7pPr marL="2502801" indent="0">
              <a:buNone/>
              <a:defRPr sz="800"/>
            </a:lvl7pPr>
            <a:lvl8pPr marL="2919937" indent="0">
              <a:buNone/>
              <a:defRPr sz="800"/>
            </a:lvl8pPr>
            <a:lvl9pPr marL="333707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E5B98AB6-508D-48C6-8381-4CFFD23483F8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556" y="3600224"/>
            <a:ext cx="5485838" cy="42522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556" y="459246"/>
            <a:ext cx="5485838" cy="3086554"/>
          </a:xfrm>
        </p:spPr>
        <p:txBody>
          <a:bodyPr/>
          <a:lstStyle>
            <a:lvl1pPr marL="0" indent="0">
              <a:buNone/>
              <a:defRPr sz="2900"/>
            </a:lvl1pPr>
            <a:lvl2pPr marL="417133" indent="0">
              <a:buNone/>
              <a:defRPr sz="2600"/>
            </a:lvl2pPr>
            <a:lvl3pPr marL="834269" indent="0">
              <a:buNone/>
              <a:defRPr sz="2200"/>
            </a:lvl3pPr>
            <a:lvl4pPr marL="1251401" indent="0">
              <a:buNone/>
              <a:defRPr sz="1800"/>
            </a:lvl4pPr>
            <a:lvl5pPr marL="1668535" indent="0">
              <a:buNone/>
              <a:defRPr sz="1800"/>
            </a:lvl5pPr>
            <a:lvl6pPr marL="2085668" indent="0">
              <a:buNone/>
              <a:defRPr sz="1800"/>
            </a:lvl6pPr>
            <a:lvl7pPr marL="2502801" indent="0">
              <a:buNone/>
              <a:defRPr sz="1800"/>
            </a:lvl7pPr>
            <a:lvl8pPr marL="2919937" indent="0">
              <a:buNone/>
              <a:defRPr sz="1800"/>
            </a:lvl8pPr>
            <a:lvl9pPr marL="3337070" indent="0">
              <a:buNone/>
              <a:defRPr sz="18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556" y="4025447"/>
            <a:ext cx="5485838" cy="603250"/>
          </a:xfrm>
        </p:spPr>
        <p:txBody>
          <a:bodyPr/>
          <a:lstStyle>
            <a:lvl1pPr marL="0" indent="0">
              <a:buNone/>
              <a:defRPr sz="1300"/>
            </a:lvl1pPr>
            <a:lvl2pPr marL="417133" indent="0">
              <a:buNone/>
              <a:defRPr sz="1100"/>
            </a:lvl2pPr>
            <a:lvl3pPr marL="834269" indent="0">
              <a:buNone/>
              <a:defRPr sz="900"/>
            </a:lvl3pPr>
            <a:lvl4pPr marL="1251401" indent="0">
              <a:buNone/>
              <a:defRPr sz="800"/>
            </a:lvl4pPr>
            <a:lvl5pPr marL="1668535" indent="0">
              <a:buNone/>
              <a:defRPr sz="800"/>
            </a:lvl5pPr>
            <a:lvl6pPr marL="2085668" indent="0">
              <a:buNone/>
              <a:defRPr sz="800"/>
            </a:lvl6pPr>
            <a:lvl7pPr marL="2502801" indent="0">
              <a:buNone/>
              <a:defRPr sz="800"/>
            </a:lvl7pPr>
            <a:lvl8pPr marL="2919937" indent="0">
              <a:buNone/>
              <a:defRPr sz="800"/>
            </a:lvl8pPr>
            <a:lvl9pPr marL="333707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D1A930F6-23F0-4B3D-8633-88BA6F5E336E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F0854728-4156-407B-94E6-95422110608F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9871" y="323170"/>
            <a:ext cx="1982207" cy="405379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53246" y="323170"/>
            <a:ext cx="5811757" cy="405379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F79BD052-3C58-4EF4-BDC5-4939C7F821EC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3244" y="323171"/>
            <a:ext cx="7744794" cy="65314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53244" y="1231450"/>
            <a:ext cx="7928827" cy="314551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ED20D9B4-2239-4CAB-8282-6315AF61D34A}" type="slidenum">
              <a:rPr lang="de-DE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8875" y="4192192"/>
            <a:ext cx="763588" cy="572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6979"/>
            <a:ext cx="9144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52466" y="4655344"/>
            <a:ext cx="2613253" cy="26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24" tIns="40063" rIns="80124" bIns="40063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TECHNOLOGIES CO., LTD.</a:t>
            </a:r>
            <a:endParaRPr lang="en-US" altLang="zh-CN" sz="22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224713" y="3070622"/>
            <a:ext cx="1447806" cy="26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24" tIns="40063" rIns="80124" bIns="40063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FFFFFF"/>
                </a:solidFill>
                <a:latin typeface="FrutigerNext LT Regular" pitchFamily="34" charset="0"/>
                <a:ea typeface="ＭＳ Ｐゴシック" pitchFamily="34" charset="-128"/>
              </a:rPr>
              <a:t>www.huawei.com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984627" y="4655344"/>
            <a:ext cx="1642923" cy="2655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92" tIns="40044" rIns="80092" bIns="40044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792916" y="185738"/>
            <a:ext cx="1402473" cy="2963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92" tIns="40044" rIns="80092" bIns="40044">
            <a:spAutoFit/>
          </a:bodyPr>
          <a:lstStyle/>
          <a:p>
            <a:pPr defTabSz="801688" eaLnBrk="0" hangingPunct="0">
              <a:defRPr/>
            </a:pPr>
            <a:r>
              <a:rPr lang="en-US" altLang="zh-CN" sz="1400" b="1">
                <a:solidFill>
                  <a:srgbClr val="666666"/>
                </a:solidFill>
                <a:latin typeface="FrutigerNext LT Regular" pitchFamily="34" charset="0"/>
                <a:ea typeface="ＭＳ Ｐゴシック" pitchFamily="34" charset="-128"/>
              </a:rPr>
              <a:t>Security Level: 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-1968500" y="991791"/>
            <a:ext cx="1968500" cy="37626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0139" tIns="40069" rIns="80139" bIns="40069">
            <a:spAutoFit/>
          </a:bodyPr>
          <a:lstStyle/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:40-47pt  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副标题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:26-30pt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反白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FrutigerNext LT Medium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Arial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en-US" altLang="zh-CN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en-US" altLang="zh-CN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:35-47pt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 副标题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:24-28pt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反白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细黑体</a:t>
            </a: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 eaLnBrk="0" hangingPunct="0">
              <a:lnSpc>
                <a:spcPct val="125000"/>
              </a:lnSpc>
              <a:spcBef>
                <a:spcPct val="50000"/>
              </a:spcBef>
              <a:defRPr/>
            </a:pPr>
            <a:endParaRPr lang="en-US" altLang="zh-CN" sz="1100">
              <a:solidFill>
                <a:srgbClr val="000000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636588" y="1044180"/>
            <a:ext cx="5303837" cy="1250156"/>
          </a:xfrm>
        </p:spPr>
        <p:txBody>
          <a:bodyPr/>
          <a:lstStyle>
            <a:lvl1pPr>
              <a:defRPr sz="43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4216" y="2387205"/>
            <a:ext cx="5305425" cy="648890"/>
          </a:xfrm>
        </p:spPr>
        <p:txBody>
          <a:bodyPr lIns="80139" tIns="40069" rIns="80139" bIns="40069"/>
          <a:lstStyle>
            <a:lvl1pPr marL="0" indent="0">
              <a:buFont typeface="Wingdings" pitchFamily="2" charset="2"/>
              <a:buNone/>
              <a:defRPr sz="2800">
                <a:solidFill>
                  <a:schemeClr val="bg1"/>
                </a:solidFill>
                <a:latin typeface="华文细黑" pitchFamily="2" charset="-122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dt" sz="quarter" idx="10"/>
          </p:nvPr>
        </p:nvSpPr>
        <p:spPr>
          <a:xfrm>
            <a:off x="684213" y="211933"/>
            <a:ext cx="2133600" cy="355997"/>
          </a:xfrm>
        </p:spPr>
        <p:txBody>
          <a:bodyPr lIns="80139" tIns="40069" rIns="80139" bIns="40069"/>
          <a:lstStyle>
            <a:lvl1pPr>
              <a:lnSpc>
                <a:spcPct val="100000"/>
              </a:lnSpc>
              <a:defRPr>
                <a:latin typeface="FrutigerNext LT Regular" pitchFamily="34" charset="0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7779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7F74FE2D-6BE0-4E7A-BF88-BBE482063865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8229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C0915946-9F59-43ED-9D99-2F78FBB412B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26122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52463" y="1231108"/>
            <a:ext cx="3887787" cy="31456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3" y="1231108"/>
            <a:ext cx="3889375" cy="31456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CF57FB38-BD30-4212-B89D-084526126D27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0002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522D27C2-7931-4CA3-B369-22ACD6E996C1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0510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2D747250-07D5-4B8E-A86E-463D5DC0099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6010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3D6D571C-4AA9-49AE-A1DB-FF87608940A5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3120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329985E9-1E39-4D59-BCE0-C1F2A58CC96D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2867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CFFEFB69-1D0A-4D15-A9C8-BFBD57FCF820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47172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757C88EF-AEE7-4063-B629-B9D0C24FC9B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97382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00825" y="322661"/>
            <a:ext cx="1981200" cy="405407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52463" y="322661"/>
            <a:ext cx="5795962" cy="405407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0C1D6B8D-06FA-43BD-92B8-99B85279BEA7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73735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52463" y="322661"/>
            <a:ext cx="7929562" cy="40540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F3AEBB9F-2106-4864-AB15-DD9F62561452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73380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2463" y="322661"/>
            <a:ext cx="7745412" cy="65365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52463" y="1231108"/>
            <a:ext cx="3887787" cy="31456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3" y="1231108"/>
            <a:ext cx="3889375" cy="31456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214A6B1-1F21-4903-B66A-5B6859E705AA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97999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47740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455437" y="1051549"/>
            <a:ext cx="2939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1D1D1A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4424988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w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6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theme" Target="../theme/theme7.xml"/><Relationship Id="rId14" Type="http://schemas.openxmlformats.org/officeDocument/2006/relationships/image" Target="../media/image9.png"/><Relationship Id="rId15" Type="http://schemas.openxmlformats.org/officeDocument/2006/relationships/image" Target="../media/image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theme" Target="../theme/theme8.xml"/><Relationship Id="rId17" Type="http://schemas.openxmlformats.org/officeDocument/2006/relationships/image" Target="../media/image12.png"/><Relationship Id="rId18" Type="http://schemas.openxmlformats.org/officeDocument/2006/relationships/image" Target="../media/image13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theme" Target="../theme/theme10.xml"/><Relationship Id="rId16" Type="http://schemas.openxmlformats.org/officeDocument/2006/relationships/image" Target="../media/image15.png"/><Relationship Id="rId17" Type="http://schemas.openxmlformats.org/officeDocument/2006/relationships/image" Target="../media/image8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7.png"/><Relationship Id="rId3" Type="http://schemas.openxmlformats.org/officeDocument/2006/relationships/image" Target="../media/image16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7.png"/><Relationship Id="rId3" Type="http://schemas.openxmlformats.org/officeDocument/2006/relationships/image" Target="../media/image16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theme" Target="../theme/theme13.xml"/><Relationship Id="rId14" Type="http://schemas.openxmlformats.org/officeDocument/2006/relationships/image" Target="../media/image17.png"/><Relationship Id="rId15" Type="http://schemas.openxmlformats.org/officeDocument/2006/relationships/image" Target="../media/image8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74.xml"/><Relationship Id="rId16" Type="http://schemas.openxmlformats.org/officeDocument/2006/relationships/theme" Target="../theme/theme14.xml"/><Relationship Id="rId17" Type="http://schemas.openxmlformats.org/officeDocument/2006/relationships/image" Target="../media/image15.png"/><Relationship Id="rId18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1 日常工作\10 多媒体\PPT内部汇报用模板\PPT封面03副本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9" name="Rectangle 86"/>
          <p:cNvSpPr>
            <a:spLocks noChangeArrowheads="1"/>
          </p:cNvSpPr>
          <p:nvPr/>
        </p:nvSpPr>
        <p:spPr bwMode="auto">
          <a:xfrm>
            <a:off x="7801326" y="4145758"/>
            <a:ext cx="716570" cy="7489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2" tIns="34281" rIns="68562" bIns="34281" anchor="ctr"/>
          <a:lstStyle/>
          <a:p>
            <a:endParaRPr lang="zh-CN" altLang="en-US" dirty="0">
              <a:latin typeface="FrutigerNext LT Medium" pitchFamily="34" charset="0"/>
            </a:endParaRPr>
          </a:p>
        </p:txBody>
      </p:sp>
      <p:sp>
        <p:nvSpPr>
          <p:cNvPr id="11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57057" y="1977630"/>
            <a:ext cx="5686135" cy="56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4281" rIns="68562" bIns="34281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3" name="Picture 77" descr="Logo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141" y="4034485"/>
            <a:ext cx="768834" cy="76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</p:sldLayoutIdLst>
  <p:transition advClick="0" advTm="8000">
    <p:fade thruBlk="1"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FrutigerNext LT Medium" charset="0"/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4762" y="0"/>
            <a:ext cx="9139238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5087938"/>
            <a:ext cx="9144000" cy="55562"/>
            <a:chOff x="0" y="5087938"/>
            <a:chExt cx="9144000" cy="55562"/>
          </a:xfrm>
        </p:grpSpPr>
        <p:pic>
          <p:nvPicPr>
            <p:cNvPr id="5" name="Picture 2" descr="E:\01 日常工作\10 多媒体\PPT内部汇报用模板\红条.jpg"/>
            <p:cNvPicPr>
              <a:picLocks noChangeAspect="1" noChangeArrowheads="1"/>
            </p:cNvPicPr>
            <p:nvPr userDrawn="1"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0" y="5087938"/>
              <a:ext cx="8616950" cy="55562"/>
            </a:xfrm>
            <a:prstGeom prst="rect">
              <a:avLst/>
            </a:prstGeom>
            <a:noFill/>
          </p:spPr>
        </p:pic>
        <p:pic>
          <p:nvPicPr>
            <p:cNvPr id="6" name="Picture 2" descr="E:\01 日常工作\10 多媒体\PPT内部汇报用模板\红条.jpg"/>
            <p:cNvPicPr>
              <a:picLocks noChangeAspect="1" noChangeArrowheads="1"/>
            </p:cNvPicPr>
            <p:nvPr userDrawn="1"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527050" y="5087938"/>
              <a:ext cx="8616950" cy="55562"/>
            </a:xfrm>
            <a:prstGeom prst="rect">
              <a:avLst/>
            </a:prstGeom>
            <a:noFill/>
          </p:spPr>
        </p:pic>
      </p:grpSp>
      <p:pic>
        <p:nvPicPr>
          <p:cNvPr id="8" name="Picture 2" descr="C:\Users\z00124665\Desktop\HW LOGO(横版）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7566410" y="4687937"/>
            <a:ext cx="1250151" cy="304524"/>
          </a:xfrm>
          <a:prstGeom prst="rect">
            <a:avLst/>
          </a:prstGeom>
          <a:noFill/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040522" y="4875561"/>
            <a:ext cx="272055" cy="19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fld id="{F350CB96-EF0E-44F1-90D2-2D2DCEB1810F}" type="slidenum">
              <a:rPr lang="de-DE" altLang="zh-CN" sz="900" b="0" smtClean="0">
                <a:solidFill>
                  <a:srgbClr val="FF0000"/>
                </a:solidFill>
                <a:latin typeface="+mn-lt"/>
                <a:ea typeface="+mn-ea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900" b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pic>
        <p:nvPicPr>
          <p:cNvPr id="10" name="Picture 2" descr="C:\Users\z00124665\Desktop\图形1.wmf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322263" y="4862197"/>
            <a:ext cx="2655887" cy="12096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</p:sldLayoutIdLst>
  <p:transition advClick="0" advTm="8000"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l"/>
        <a:defRPr sz="2400" b="1">
          <a:solidFill>
            <a:schemeClr val="bg1"/>
          </a:solidFill>
          <a:latin typeface="FrutigerNext LT Regular" pitchFamily="34" charset="0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bg1"/>
          </a:solidFill>
          <a:latin typeface="FrutigerNext LT Regular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bg1"/>
          </a:solidFill>
          <a:latin typeface="FrutigerNext LT Regular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bg1"/>
          </a:solidFill>
          <a:latin typeface="FrutigerNext LT Regular" pitchFamily="34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0" y="5087938"/>
            <a:ext cx="9144000" cy="55562"/>
            <a:chOff x="0" y="5087938"/>
            <a:chExt cx="9144000" cy="55562"/>
          </a:xfrm>
        </p:grpSpPr>
        <p:pic>
          <p:nvPicPr>
            <p:cNvPr id="13" name="Picture 2" descr="E:\01 日常工作\10 多媒体\PPT内部汇报用模板\红条.jpg"/>
            <p:cNvPicPr>
              <a:picLocks noChangeAspect="1" noChangeArrowheads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0" y="5087938"/>
              <a:ext cx="8616950" cy="55562"/>
            </a:xfrm>
            <a:prstGeom prst="rect">
              <a:avLst/>
            </a:prstGeom>
            <a:noFill/>
          </p:spPr>
        </p:pic>
        <p:pic>
          <p:nvPicPr>
            <p:cNvPr id="86" name="Picture 2" descr="E:\01 日常工作\10 多媒体\PPT内部汇报用模板\红条.jpg"/>
            <p:cNvPicPr>
              <a:picLocks noChangeAspect="1" noChangeArrowheads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527050" y="5087938"/>
              <a:ext cx="8616950" cy="55562"/>
            </a:xfrm>
            <a:prstGeom prst="rect">
              <a:avLst/>
            </a:prstGeom>
            <a:noFill/>
          </p:spPr>
        </p:pic>
      </p:grpSp>
      <p:pic>
        <p:nvPicPr>
          <p:cNvPr id="9" name="Picture 2" descr="C:\Users\z00124665\Desktop\HW LOGO(横版）.png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7566410" y="4687937"/>
            <a:ext cx="1250151" cy="304524"/>
          </a:xfrm>
          <a:prstGeom prst="rect">
            <a:avLst/>
          </a:prstGeom>
          <a:noFill/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040522" y="4875561"/>
            <a:ext cx="272055" cy="19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fld id="{F350CB96-EF0E-44F1-90D2-2D2DCEB1810F}" type="slidenum">
              <a:rPr lang="de-DE" altLang="zh-CN" sz="900" b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900" b="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4" r:id="rId2"/>
  </p:sldLayoutIdLst>
  <p:transition advClick="0" advTm="8000"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FrutigerNext LT Regular" pitchFamily="34" charset="0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Picture 2" descr="E:\01 日常工作\03 品牌规范设计\企业业务视觉规范\投标标书规范\设计文档\大平台相关资料整理\Template A\源文件\HW LOGO副本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783171" y="950802"/>
            <a:ext cx="1657350" cy="160031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</p:sldLayoutIdLst>
  <p:transition>
    <p:fade/>
  </p:transition>
  <p:txStyles>
    <p:titleStyle>
      <a:lvl1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2pPr>
      <a:lvl3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3pPr>
      <a:lvl4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4pPr>
      <a:lvl5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00038" indent="-300038" algn="l" defTabSz="801688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50825" algn="l" defTabSz="801688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  <a:ea typeface="+mn-ea"/>
        </a:defRPr>
      </a:lvl2pPr>
      <a:lvl3pPr marL="1003300" indent="-201613" algn="l" defTabSz="801688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401763" indent="-200025" algn="l" defTabSz="801688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chemeClr val="tx1"/>
          </a:solidFill>
          <a:latin typeface="+mn-lt"/>
          <a:ea typeface="+mn-ea"/>
        </a:defRPr>
      </a:lvl4pPr>
      <a:lvl5pPr marL="1803400" indent="-201613" algn="l" defTabSz="801688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5pPr>
      <a:lvl6pPr marL="22606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6pPr>
      <a:lvl7pPr marL="27178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7pPr>
      <a:lvl8pPr marL="31750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8pPr>
      <a:lvl9pPr marL="36322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9" descr="d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668442"/>
            <a:ext cx="9150350" cy="4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4" name="Text Box 8"/>
          <p:cNvSpPr txBox="1">
            <a:spLocks noChangeArrowheads="1"/>
          </p:cNvSpPr>
          <p:nvPr/>
        </p:nvSpPr>
        <p:spPr bwMode="auto">
          <a:xfrm>
            <a:off x="755650" y="4838701"/>
            <a:ext cx="253233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80114" bIns="0">
            <a:spAutoFit/>
          </a:bodyPr>
          <a:lstStyle>
            <a:lvl1pPr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</a:p>
        </p:txBody>
      </p:sp>
      <p:pic>
        <p:nvPicPr>
          <p:cNvPr id="8196" name="Picture 9" descr="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08878" y="4789886"/>
            <a:ext cx="1311275" cy="234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44080"/>
            <a:ext cx="7632700" cy="65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199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221583"/>
            <a:ext cx="7632700" cy="314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49" name="Rectangle 15"/>
          <p:cNvSpPr>
            <a:spLocks noChangeArrowheads="1"/>
          </p:cNvSpPr>
          <p:nvPr/>
        </p:nvSpPr>
        <p:spPr bwMode="auto">
          <a:xfrm>
            <a:off x="-1952625" y="519112"/>
            <a:ext cx="1844675" cy="5523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:32-35pt 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R153 G0 B0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ea typeface="宋体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 LT Medium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Arial</a:t>
            </a:r>
          </a:p>
          <a:p>
            <a:pPr marL="342900" indent="-342900" algn="r" eaLnBrk="0" hangingPunct="0">
              <a:lnSpc>
                <a:spcPct val="7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en-US" altLang="zh-CN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:30-32pt 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R153 G0 B0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黑体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英文正文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:20-22pt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子目录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) :18pt  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黑色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ea typeface="宋体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 LT Regular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Arial</a:t>
            </a:r>
          </a:p>
          <a:p>
            <a:pPr marL="342900" indent="-342900" algn="r" eaLnBrk="0" hangingPunct="0">
              <a:lnSpc>
                <a:spcPct val="7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en-US" altLang="zh-CN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中文正文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:18-20pt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子目录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):18pt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黑色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细黑体</a:t>
            </a:r>
            <a:r>
              <a:rPr lang="zh-CN" altLang="en-US" sz="1100" b="1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324978" y="2633663"/>
            <a:ext cx="919163" cy="2418159"/>
            <a:chOff x="5839" y="2251"/>
            <a:chExt cx="579" cy="2031"/>
          </a:xfrm>
        </p:grpSpPr>
        <p:sp>
          <p:nvSpPr>
            <p:cNvPr id="10253" name="Rectangle 17"/>
            <p:cNvSpPr>
              <a:spLocks noChangeArrowheads="1"/>
            </p:cNvSpPr>
            <p:nvPr userDrawn="1"/>
          </p:nvSpPr>
          <p:spPr bwMode="auto">
            <a:xfrm>
              <a:off x="5839" y="3104"/>
              <a:ext cx="579" cy="31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lIns="91425" tIns="45712" rIns="91425" bIns="45712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5893" y="2387"/>
              <a:ext cx="466" cy="115"/>
              <a:chOff x="5893" y="2387"/>
              <a:chExt cx="466" cy="115"/>
            </a:xfrm>
          </p:grpSpPr>
          <p:sp>
            <p:nvSpPr>
              <p:cNvPr id="10315" name="Rectangle 19"/>
              <p:cNvSpPr>
                <a:spLocks noChangeArrowheads="1"/>
              </p:cNvSpPr>
              <p:nvPr userDrawn="1"/>
            </p:nvSpPr>
            <p:spPr bwMode="auto">
              <a:xfrm flipV="1">
                <a:off x="6010" y="2387"/>
                <a:ext cx="116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6" name="Rectangle 20"/>
              <p:cNvSpPr>
                <a:spLocks noChangeArrowheads="1"/>
              </p:cNvSpPr>
              <p:nvPr userDrawn="1"/>
            </p:nvSpPr>
            <p:spPr bwMode="auto">
              <a:xfrm flipV="1">
                <a:off x="6126" y="2387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7" name="Rectangle 21"/>
              <p:cNvSpPr>
                <a:spLocks noChangeArrowheads="1"/>
              </p:cNvSpPr>
              <p:nvPr userDrawn="1"/>
            </p:nvSpPr>
            <p:spPr bwMode="auto">
              <a:xfrm flipV="1">
                <a:off x="6242" y="2387"/>
                <a:ext cx="117" cy="115"/>
              </a:xfrm>
              <a:prstGeom prst="rect">
                <a:avLst/>
              </a:prstGeom>
              <a:solidFill>
                <a:srgbClr val="99660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8" name="Rectangle 22"/>
              <p:cNvSpPr>
                <a:spLocks noChangeArrowheads="1"/>
              </p:cNvSpPr>
              <p:nvPr userDrawn="1"/>
            </p:nvSpPr>
            <p:spPr bwMode="auto">
              <a:xfrm flipV="1">
                <a:off x="5893" y="2387"/>
                <a:ext cx="117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4" name="Group 23"/>
            <p:cNvGrpSpPr>
              <a:grpSpLocks/>
            </p:cNvGrpSpPr>
            <p:nvPr userDrawn="1"/>
          </p:nvGrpSpPr>
          <p:grpSpPr bwMode="auto">
            <a:xfrm>
              <a:off x="5893" y="2523"/>
              <a:ext cx="466" cy="115"/>
              <a:chOff x="5893" y="2523"/>
              <a:chExt cx="466" cy="115"/>
            </a:xfrm>
          </p:grpSpPr>
          <p:sp>
            <p:nvSpPr>
              <p:cNvPr id="10311" name="Rectangle 24"/>
              <p:cNvSpPr>
                <a:spLocks noChangeArrowheads="1"/>
              </p:cNvSpPr>
              <p:nvPr userDrawn="1"/>
            </p:nvSpPr>
            <p:spPr bwMode="auto">
              <a:xfrm flipV="1">
                <a:off x="6010" y="2523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2" name="Rectangle 25"/>
              <p:cNvSpPr>
                <a:spLocks noChangeArrowheads="1"/>
              </p:cNvSpPr>
              <p:nvPr userDrawn="1"/>
            </p:nvSpPr>
            <p:spPr bwMode="auto">
              <a:xfrm flipV="1">
                <a:off x="6126" y="2523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3" name="Rectangle 26"/>
              <p:cNvSpPr>
                <a:spLocks noChangeArrowheads="1"/>
              </p:cNvSpPr>
              <p:nvPr userDrawn="1"/>
            </p:nvSpPr>
            <p:spPr bwMode="auto">
              <a:xfrm flipV="1">
                <a:off x="6242" y="2523"/>
                <a:ext cx="117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4" name="Rectangle 27"/>
              <p:cNvSpPr>
                <a:spLocks noChangeArrowheads="1"/>
              </p:cNvSpPr>
              <p:nvPr userDrawn="1"/>
            </p:nvSpPr>
            <p:spPr bwMode="auto">
              <a:xfrm flipV="1">
                <a:off x="5893" y="2523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5" name="Group 28"/>
            <p:cNvGrpSpPr>
              <a:grpSpLocks/>
            </p:cNvGrpSpPr>
            <p:nvPr userDrawn="1"/>
          </p:nvGrpSpPr>
          <p:grpSpPr bwMode="auto">
            <a:xfrm>
              <a:off x="5893" y="2659"/>
              <a:ext cx="466" cy="115"/>
              <a:chOff x="5893" y="2659"/>
              <a:chExt cx="466" cy="115"/>
            </a:xfrm>
          </p:grpSpPr>
          <p:sp>
            <p:nvSpPr>
              <p:cNvPr id="10307" name="Rectangle 29"/>
              <p:cNvSpPr>
                <a:spLocks noChangeArrowheads="1"/>
              </p:cNvSpPr>
              <p:nvPr userDrawn="1"/>
            </p:nvSpPr>
            <p:spPr bwMode="auto">
              <a:xfrm flipV="1">
                <a:off x="6010" y="2659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8" name="Rectangle 30"/>
              <p:cNvSpPr>
                <a:spLocks noChangeArrowheads="1"/>
              </p:cNvSpPr>
              <p:nvPr userDrawn="1"/>
            </p:nvSpPr>
            <p:spPr bwMode="auto">
              <a:xfrm flipV="1">
                <a:off x="6126" y="2659"/>
                <a:ext cx="116" cy="115"/>
              </a:xfrm>
              <a:prstGeom prst="rect">
                <a:avLst/>
              </a:prstGeom>
              <a:solidFill>
                <a:srgbClr val="0099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9" name="Rectangle 31"/>
              <p:cNvSpPr>
                <a:spLocks noChangeArrowheads="1"/>
              </p:cNvSpPr>
              <p:nvPr userDrawn="1"/>
            </p:nvSpPr>
            <p:spPr bwMode="auto">
              <a:xfrm flipV="1">
                <a:off x="6242" y="2659"/>
                <a:ext cx="117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0" name="Rectangle 32"/>
              <p:cNvSpPr>
                <a:spLocks noChangeArrowheads="1"/>
              </p:cNvSpPr>
              <p:nvPr userDrawn="1"/>
            </p:nvSpPr>
            <p:spPr bwMode="auto">
              <a:xfrm flipV="1">
                <a:off x="5893" y="2659"/>
                <a:ext cx="117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6" name="Group 33"/>
            <p:cNvGrpSpPr>
              <a:grpSpLocks/>
            </p:cNvGrpSpPr>
            <p:nvPr userDrawn="1"/>
          </p:nvGrpSpPr>
          <p:grpSpPr bwMode="auto">
            <a:xfrm>
              <a:off x="5893" y="2251"/>
              <a:ext cx="466" cy="119"/>
              <a:chOff x="5893" y="2251"/>
              <a:chExt cx="466" cy="119"/>
            </a:xfrm>
          </p:grpSpPr>
          <p:sp>
            <p:nvSpPr>
              <p:cNvPr id="10303" name="Rectangle 34"/>
              <p:cNvSpPr>
                <a:spLocks noChangeArrowheads="1"/>
              </p:cNvSpPr>
              <p:nvPr userDrawn="1"/>
            </p:nvSpPr>
            <p:spPr bwMode="auto">
              <a:xfrm flipV="1">
                <a:off x="6126" y="2251"/>
                <a:ext cx="116" cy="119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4" name="Rectangle 35"/>
              <p:cNvSpPr>
                <a:spLocks noChangeArrowheads="1"/>
              </p:cNvSpPr>
              <p:nvPr userDrawn="1"/>
            </p:nvSpPr>
            <p:spPr bwMode="auto">
              <a:xfrm flipV="1">
                <a:off x="6242" y="2251"/>
                <a:ext cx="117" cy="119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5" name="Rectangle 36"/>
              <p:cNvSpPr>
                <a:spLocks noChangeArrowheads="1"/>
              </p:cNvSpPr>
              <p:nvPr userDrawn="1"/>
            </p:nvSpPr>
            <p:spPr bwMode="auto">
              <a:xfrm flipV="1">
                <a:off x="5893" y="2251"/>
                <a:ext cx="117" cy="119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6" name="Rectangle 37"/>
              <p:cNvSpPr>
                <a:spLocks noChangeArrowheads="1"/>
              </p:cNvSpPr>
              <p:nvPr userDrawn="1"/>
            </p:nvSpPr>
            <p:spPr bwMode="auto">
              <a:xfrm flipV="1">
                <a:off x="6010" y="2251"/>
                <a:ext cx="116" cy="119"/>
              </a:xfrm>
              <a:prstGeom prst="rect">
                <a:avLst/>
              </a:prstGeom>
              <a:solidFill>
                <a:srgbClr val="66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7" name="Group 38"/>
            <p:cNvGrpSpPr>
              <a:grpSpLocks/>
            </p:cNvGrpSpPr>
            <p:nvPr userDrawn="1"/>
          </p:nvGrpSpPr>
          <p:grpSpPr bwMode="auto">
            <a:xfrm>
              <a:off x="5893" y="2886"/>
              <a:ext cx="466" cy="115"/>
              <a:chOff x="5893" y="2886"/>
              <a:chExt cx="466" cy="115"/>
            </a:xfrm>
          </p:grpSpPr>
          <p:sp>
            <p:nvSpPr>
              <p:cNvPr id="10299" name="Rectangle 39"/>
              <p:cNvSpPr>
                <a:spLocks noChangeArrowheads="1"/>
              </p:cNvSpPr>
              <p:nvPr userDrawn="1"/>
            </p:nvSpPr>
            <p:spPr bwMode="auto">
              <a:xfrm flipV="1">
                <a:off x="6010" y="2886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0" name="Rectangle 40"/>
              <p:cNvSpPr>
                <a:spLocks noChangeArrowheads="1"/>
              </p:cNvSpPr>
              <p:nvPr userDrawn="1"/>
            </p:nvSpPr>
            <p:spPr bwMode="auto">
              <a:xfrm flipV="1">
                <a:off x="6126" y="2886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1" name="Rectangle 41"/>
              <p:cNvSpPr>
                <a:spLocks noChangeArrowheads="1"/>
              </p:cNvSpPr>
              <p:nvPr userDrawn="1"/>
            </p:nvSpPr>
            <p:spPr bwMode="auto">
              <a:xfrm flipV="1">
                <a:off x="6242" y="2886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2" name="Rectangle 42"/>
              <p:cNvSpPr>
                <a:spLocks noChangeArrowheads="1"/>
              </p:cNvSpPr>
              <p:nvPr userDrawn="1"/>
            </p:nvSpPr>
            <p:spPr bwMode="auto">
              <a:xfrm flipV="1">
                <a:off x="5893" y="2886"/>
                <a:ext cx="117" cy="115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8" name="Group 43"/>
            <p:cNvGrpSpPr>
              <a:grpSpLocks/>
            </p:cNvGrpSpPr>
            <p:nvPr userDrawn="1"/>
          </p:nvGrpSpPr>
          <p:grpSpPr bwMode="auto">
            <a:xfrm>
              <a:off x="5893" y="3022"/>
              <a:ext cx="466" cy="115"/>
              <a:chOff x="5893" y="3022"/>
              <a:chExt cx="466" cy="115"/>
            </a:xfrm>
          </p:grpSpPr>
          <p:sp>
            <p:nvSpPr>
              <p:cNvPr id="10295" name="Rectangle 44"/>
              <p:cNvSpPr>
                <a:spLocks noChangeArrowheads="1"/>
              </p:cNvSpPr>
              <p:nvPr userDrawn="1"/>
            </p:nvSpPr>
            <p:spPr bwMode="auto">
              <a:xfrm flipV="1">
                <a:off x="6010" y="3022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6" name="Rectangle 45"/>
              <p:cNvSpPr>
                <a:spLocks noChangeArrowheads="1"/>
              </p:cNvSpPr>
              <p:nvPr userDrawn="1"/>
            </p:nvSpPr>
            <p:spPr bwMode="auto">
              <a:xfrm flipV="1">
                <a:off x="6126" y="3022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7" name="Rectangle 46"/>
              <p:cNvSpPr>
                <a:spLocks noChangeArrowheads="1"/>
              </p:cNvSpPr>
              <p:nvPr userDrawn="1"/>
            </p:nvSpPr>
            <p:spPr bwMode="auto">
              <a:xfrm flipV="1">
                <a:off x="6242" y="3022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8" name="Rectangle 47"/>
              <p:cNvSpPr>
                <a:spLocks noChangeArrowheads="1"/>
              </p:cNvSpPr>
              <p:nvPr userDrawn="1"/>
            </p:nvSpPr>
            <p:spPr bwMode="auto">
              <a:xfrm flipV="1">
                <a:off x="5893" y="3022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9" name="Group 48"/>
            <p:cNvGrpSpPr>
              <a:grpSpLocks/>
            </p:cNvGrpSpPr>
            <p:nvPr userDrawn="1"/>
          </p:nvGrpSpPr>
          <p:grpSpPr bwMode="auto">
            <a:xfrm>
              <a:off x="5893" y="3158"/>
              <a:ext cx="466" cy="115"/>
              <a:chOff x="5893" y="3158"/>
              <a:chExt cx="466" cy="115"/>
            </a:xfrm>
          </p:grpSpPr>
          <p:sp>
            <p:nvSpPr>
              <p:cNvPr id="10291" name="Rectangle 49"/>
              <p:cNvSpPr>
                <a:spLocks noChangeArrowheads="1"/>
              </p:cNvSpPr>
              <p:nvPr userDrawn="1"/>
            </p:nvSpPr>
            <p:spPr bwMode="auto">
              <a:xfrm flipV="1">
                <a:off x="6010" y="3158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2" name="Rectangle 50"/>
              <p:cNvSpPr>
                <a:spLocks noChangeArrowheads="1"/>
              </p:cNvSpPr>
              <p:nvPr userDrawn="1"/>
            </p:nvSpPr>
            <p:spPr bwMode="auto">
              <a:xfrm flipV="1">
                <a:off x="6126" y="3158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3" name="Rectangle 51"/>
              <p:cNvSpPr>
                <a:spLocks noChangeArrowheads="1"/>
              </p:cNvSpPr>
              <p:nvPr userDrawn="1"/>
            </p:nvSpPr>
            <p:spPr bwMode="auto">
              <a:xfrm flipV="1">
                <a:off x="6242" y="3158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4" name="Rectangle 52"/>
              <p:cNvSpPr>
                <a:spLocks noChangeArrowheads="1"/>
              </p:cNvSpPr>
              <p:nvPr userDrawn="1"/>
            </p:nvSpPr>
            <p:spPr bwMode="auto">
              <a:xfrm flipV="1">
                <a:off x="5893" y="3158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0" name="Group 53"/>
            <p:cNvGrpSpPr>
              <a:grpSpLocks/>
            </p:cNvGrpSpPr>
            <p:nvPr userDrawn="1"/>
          </p:nvGrpSpPr>
          <p:grpSpPr bwMode="auto">
            <a:xfrm>
              <a:off x="5893" y="3385"/>
              <a:ext cx="466" cy="115"/>
              <a:chOff x="5893" y="3385"/>
              <a:chExt cx="466" cy="115"/>
            </a:xfrm>
          </p:grpSpPr>
          <p:sp>
            <p:nvSpPr>
              <p:cNvPr id="10287" name="Rectangle 54"/>
              <p:cNvSpPr>
                <a:spLocks noChangeArrowheads="1"/>
              </p:cNvSpPr>
              <p:nvPr userDrawn="1"/>
            </p:nvSpPr>
            <p:spPr bwMode="auto">
              <a:xfrm flipV="1">
                <a:off x="6010" y="3385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8" name="Rectangle 55"/>
              <p:cNvSpPr>
                <a:spLocks noChangeArrowheads="1"/>
              </p:cNvSpPr>
              <p:nvPr userDrawn="1"/>
            </p:nvSpPr>
            <p:spPr bwMode="auto">
              <a:xfrm flipV="1">
                <a:off x="6126" y="3385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9" name="Rectangle 56"/>
              <p:cNvSpPr>
                <a:spLocks noChangeArrowheads="1"/>
              </p:cNvSpPr>
              <p:nvPr userDrawn="1"/>
            </p:nvSpPr>
            <p:spPr bwMode="auto">
              <a:xfrm flipV="1">
                <a:off x="6242" y="3385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0" name="Rectangle 57"/>
              <p:cNvSpPr>
                <a:spLocks noChangeArrowheads="1"/>
              </p:cNvSpPr>
              <p:nvPr userDrawn="1"/>
            </p:nvSpPr>
            <p:spPr bwMode="auto">
              <a:xfrm flipV="1">
                <a:off x="5893" y="3385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1" name="Group 58"/>
            <p:cNvGrpSpPr>
              <a:grpSpLocks/>
            </p:cNvGrpSpPr>
            <p:nvPr userDrawn="1"/>
          </p:nvGrpSpPr>
          <p:grpSpPr bwMode="auto">
            <a:xfrm>
              <a:off x="5893" y="3521"/>
              <a:ext cx="466" cy="115"/>
              <a:chOff x="5893" y="3521"/>
              <a:chExt cx="466" cy="115"/>
            </a:xfrm>
          </p:grpSpPr>
          <p:sp>
            <p:nvSpPr>
              <p:cNvPr id="10283" name="Rectangle 59"/>
              <p:cNvSpPr>
                <a:spLocks noChangeArrowheads="1"/>
              </p:cNvSpPr>
              <p:nvPr userDrawn="1"/>
            </p:nvSpPr>
            <p:spPr bwMode="auto">
              <a:xfrm flipV="1">
                <a:off x="6010" y="3521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4" name="Rectangle 60"/>
              <p:cNvSpPr>
                <a:spLocks noChangeArrowheads="1"/>
              </p:cNvSpPr>
              <p:nvPr userDrawn="1"/>
            </p:nvSpPr>
            <p:spPr bwMode="auto">
              <a:xfrm flipV="1">
                <a:off x="6126" y="3521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5" name="Rectangle 61"/>
              <p:cNvSpPr>
                <a:spLocks noChangeArrowheads="1"/>
              </p:cNvSpPr>
              <p:nvPr userDrawn="1"/>
            </p:nvSpPr>
            <p:spPr bwMode="auto">
              <a:xfrm flipV="1">
                <a:off x="6242" y="3521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6" name="Rectangle 62"/>
              <p:cNvSpPr>
                <a:spLocks noChangeArrowheads="1"/>
              </p:cNvSpPr>
              <p:nvPr userDrawn="1"/>
            </p:nvSpPr>
            <p:spPr bwMode="auto">
              <a:xfrm flipV="1">
                <a:off x="5893" y="3521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2" name="Group 63"/>
            <p:cNvGrpSpPr>
              <a:grpSpLocks/>
            </p:cNvGrpSpPr>
            <p:nvPr userDrawn="1"/>
          </p:nvGrpSpPr>
          <p:grpSpPr bwMode="auto">
            <a:xfrm>
              <a:off x="5893" y="3657"/>
              <a:ext cx="466" cy="115"/>
              <a:chOff x="5893" y="3657"/>
              <a:chExt cx="466" cy="115"/>
            </a:xfrm>
          </p:grpSpPr>
          <p:sp>
            <p:nvSpPr>
              <p:cNvPr id="10279" name="Rectangle 64"/>
              <p:cNvSpPr>
                <a:spLocks noChangeArrowheads="1"/>
              </p:cNvSpPr>
              <p:nvPr userDrawn="1"/>
            </p:nvSpPr>
            <p:spPr bwMode="auto">
              <a:xfrm flipV="1">
                <a:off x="6010" y="3657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0" name="Rectangle 65"/>
              <p:cNvSpPr>
                <a:spLocks noChangeArrowheads="1"/>
              </p:cNvSpPr>
              <p:nvPr userDrawn="1"/>
            </p:nvSpPr>
            <p:spPr bwMode="auto">
              <a:xfrm flipV="1">
                <a:off x="6126" y="3657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1" name="Rectangle 66"/>
              <p:cNvSpPr>
                <a:spLocks noChangeArrowheads="1"/>
              </p:cNvSpPr>
              <p:nvPr userDrawn="1"/>
            </p:nvSpPr>
            <p:spPr bwMode="auto">
              <a:xfrm flipV="1">
                <a:off x="6242" y="3657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2" name="Rectangle 67"/>
              <p:cNvSpPr>
                <a:spLocks noChangeArrowheads="1"/>
              </p:cNvSpPr>
              <p:nvPr userDrawn="1"/>
            </p:nvSpPr>
            <p:spPr bwMode="auto">
              <a:xfrm flipV="1">
                <a:off x="5893" y="3657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3" name="Group 68"/>
            <p:cNvGrpSpPr>
              <a:grpSpLocks/>
            </p:cNvGrpSpPr>
            <p:nvPr userDrawn="1"/>
          </p:nvGrpSpPr>
          <p:grpSpPr bwMode="auto">
            <a:xfrm>
              <a:off x="5893" y="3884"/>
              <a:ext cx="466" cy="115"/>
              <a:chOff x="5893" y="3884"/>
              <a:chExt cx="466" cy="115"/>
            </a:xfrm>
          </p:grpSpPr>
          <p:sp>
            <p:nvSpPr>
              <p:cNvPr id="10275" name="Rectangle 69"/>
              <p:cNvSpPr>
                <a:spLocks noChangeArrowheads="1"/>
              </p:cNvSpPr>
              <p:nvPr userDrawn="1"/>
            </p:nvSpPr>
            <p:spPr bwMode="auto">
              <a:xfrm flipV="1">
                <a:off x="6010" y="3884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6" name="Rectangle 70"/>
              <p:cNvSpPr>
                <a:spLocks noChangeArrowheads="1"/>
              </p:cNvSpPr>
              <p:nvPr userDrawn="1"/>
            </p:nvSpPr>
            <p:spPr bwMode="auto">
              <a:xfrm flipV="1">
                <a:off x="6126" y="3884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7" name="Rectangle 71"/>
              <p:cNvSpPr>
                <a:spLocks noChangeArrowheads="1"/>
              </p:cNvSpPr>
              <p:nvPr userDrawn="1"/>
            </p:nvSpPr>
            <p:spPr bwMode="auto">
              <a:xfrm flipV="1">
                <a:off x="6242" y="3884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8" name="Rectangle 72"/>
              <p:cNvSpPr>
                <a:spLocks noChangeArrowheads="1"/>
              </p:cNvSpPr>
              <p:nvPr userDrawn="1"/>
            </p:nvSpPr>
            <p:spPr bwMode="auto">
              <a:xfrm flipV="1">
                <a:off x="5893" y="3884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4" name="Group 73"/>
            <p:cNvGrpSpPr>
              <a:grpSpLocks/>
            </p:cNvGrpSpPr>
            <p:nvPr userDrawn="1"/>
          </p:nvGrpSpPr>
          <p:grpSpPr bwMode="auto">
            <a:xfrm>
              <a:off x="5893" y="4026"/>
              <a:ext cx="466" cy="115"/>
              <a:chOff x="5893" y="4026"/>
              <a:chExt cx="466" cy="115"/>
            </a:xfrm>
          </p:grpSpPr>
          <p:sp>
            <p:nvSpPr>
              <p:cNvPr id="10271" name="Rectangle 74"/>
              <p:cNvSpPr>
                <a:spLocks noChangeArrowheads="1"/>
              </p:cNvSpPr>
              <p:nvPr userDrawn="1"/>
            </p:nvSpPr>
            <p:spPr bwMode="auto">
              <a:xfrm flipV="1">
                <a:off x="6010" y="4026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2" name="Rectangle 75"/>
              <p:cNvSpPr>
                <a:spLocks noChangeArrowheads="1"/>
              </p:cNvSpPr>
              <p:nvPr userDrawn="1"/>
            </p:nvSpPr>
            <p:spPr bwMode="auto">
              <a:xfrm flipV="1">
                <a:off x="6126" y="4026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3" name="Rectangle 76"/>
              <p:cNvSpPr>
                <a:spLocks noChangeArrowheads="1"/>
              </p:cNvSpPr>
              <p:nvPr userDrawn="1"/>
            </p:nvSpPr>
            <p:spPr bwMode="auto">
              <a:xfrm flipV="1">
                <a:off x="6242" y="4026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4" name="Rectangle 77"/>
              <p:cNvSpPr>
                <a:spLocks noChangeArrowheads="1"/>
              </p:cNvSpPr>
              <p:nvPr userDrawn="1"/>
            </p:nvSpPr>
            <p:spPr bwMode="auto">
              <a:xfrm flipV="1">
                <a:off x="5893" y="4026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5" name="Group 78"/>
            <p:cNvGrpSpPr>
              <a:grpSpLocks/>
            </p:cNvGrpSpPr>
            <p:nvPr userDrawn="1"/>
          </p:nvGrpSpPr>
          <p:grpSpPr bwMode="auto">
            <a:xfrm>
              <a:off x="5893" y="4167"/>
              <a:ext cx="466" cy="115"/>
              <a:chOff x="5893" y="4167"/>
              <a:chExt cx="466" cy="115"/>
            </a:xfrm>
          </p:grpSpPr>
          <p:sp>
            <p:nvSpPr>
              <p:cNvPr id="10267" name="Rectangle 79"/>
              <p:cNvSpPr>
                <a:spLocks noChangeArrowheads="1"/>
              </p:cNvSpPr>
              <p:nvPr userDrawn="1"/>
            </p:nvSpPr>
            <p:spPr bwMode="auto">
              <a:xfrm flipV="1">
                <a:off x="6010" y="4167"/>
                <a:ext cx="116" cy="115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68" name="Rectangle 80"/>
              <p:cNvSpPr>
                <a:spLocks noChangeArrowheads="1"/>
              </p:cNvSpPr>
              <p:nvPr userDrawn="1"/>
            </p:nvSpPr>
            <p:spPr bwMode="auto">
              <a:xfrm flipV="1">
                <a:off x="6126" y="4167"/>
                <a:ext cx="116" cy="11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69" name="Rectangle 81"/>
              <p:cNvSpPr>
                <a:spLocks noChangeArrowheads="1"/>
              </p:cNvSpPr>
              <p:nvPr userDrawn="1"/>
            </p:nvSpPr>
            <p:spPr bwMode="auto">
              <a:xfrm flipV="1">
                <a:off x="6242" y="4167"/>
                <a:ext cx="117" cy="115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0" name="Rectangle 82"/>
              <p:cNvSpPr>
                <a:spLocks noChangeArrowheads="1"/>
              </p:cNvSpPr>
              <p:nvPr userDrawn="1"/>
            </p:nvSpPr>
            <p:spPr bwMode="auto">
              <a:xfrm flipV="1">
                <a:off x="5893" y="4167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sp>
        <p:nvSpPr>
          <p:cNvPr id="10251" name="Rectangle 83"/>
          <p:cNvSpPr>
            <a:spLocks noChangeArrowheads="1"/>
          </p:cNvSpPr>
          <p:nvPr/>
        </p:nvSpPr>
        <p:spPr bwMode="auto">
          <a:xfrm>
            <a:off x="9251953" y="1006079"/>
            <a:ext cx="1192213" cy="1739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配色参考方案：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建议同一页面内不超过四种颜色，以下是</a:t>
            </a:r>
            <a:r>
              <a:rPr lang="en-US" altLang="zh-CN" sz="1100">
                <a:solidFill>
                  <a:srgbClr val="FFFFFF"/>
                </a:solidFill>
                <a:ea typeface="宋体" charset="-122"/>
              </a:rPr>
              <a:t>13</a:t>
            </a: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组配色方案，同一页面内只选择一组使用。（仅供参考）</a:t>
            </a:r>
          </a:p>
        </p:txBody>
      </p:sp>
      <p:sp>
        <p:nvSpPr>
          <p:cNvPr id="10252" name="Rectangle 84"/>
          <p:cNvSpPr>
            <a:spLocks noChangeArrowheads="1"/>
          </p:cNvSpPr>
          <p:nvPr/>
        </p:nvSpPr>
        <p:spPr bwMode="auto">
          <a:xfrm>
            <a:off x="9251951" y="5954"/>
            <a:ext cx="1120775" cy="69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客户或者合作伙伴的标志放在右上角</a:t>
            </a:r>
            <a:r>
              <a:rPr lang="en-US" altLang="zh-CN" sz="1100">
                <a:solidFill>
                  <a:srgbClr val="FFFFFF"/>
                </a:solidFill>
                <a:ea typeface="宋体" charset="-122"/>
              </a:rPr>
              <a:t>.</a:t>
            </a:r>
            <a:endParaRPr lang="zh-CN" altLang="en-US" sz="1100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6361116" y="4867275"/>
            <a:ext cx="2097087" cy="34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r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ＭＳ Ｐゴシック" pitchFamily="34" charset="-128"/>
              </a:rPr>
              <a:t>Page </a:t>
            </a:r>
            <a:fld id="{52A5D625-72FF-4364-B088-B7F11232586A}" type="slidenum"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ＭＳ Ｐゴシック" pitchFamily="34" charset="-128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200">
              <a:solidFill>
                <a:srgbClr val="000000"/>
              </a:solidFill>
              <a:latin typeface="FrutigerNext LT Bold" pitchFamily="34" charset="0"/>
              <a:ea typeface="ＭＳ Ｐゴシック" pitchFamily="34" charset="-128"/>
            </a:endParaRPr>
          </a:p>
        </p:txBody>
      </p:sp>
      <p:sp>
        <p:nvSpPr>
          <p:cNvPr id="79" name="Rectangle 21"/>
          <p:cNvSpPr>
            <a:spLocks noChangeArrowheads="1"/>
          </p:cNvSpPr>
          <p:nvPr/>
        </p:nvSpPr>
        <p:spPr bwMode="auto">
          <a:xfrm>
            <a:off x="3633838" y="4847415"/>
            <a:ext cx="2085332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82" tIns="0" rIns="80082" bIns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9pPr>
          </a:lstStyle>
          <a:p>
            <a:pPr defTabSz="801688" eaLnBrk="0" hangingPunct="0">
              <a:defRPr/>
            </a:pPr>
            <a:r>
              <a:rPr lang="zh-CN" altLang="en-US" sz="1000" dirty="0">
                <a:solidFill>
                  <a:srgbClr val="000000"/>
                </a:solidFill>
                <a:latin typeface="Arial"/>
              </a:rPr>
              <a:t>华为保密信息，未经授权禁止扩散</a:t>
            </a:r>
            <a:endParaRPr lang="en-US" altLang="zh-CN" sz="1000" dirty="0">
              <a:solidFill>
                <a:srgbClr val="000000"/>
              </a:solidFill>
              <a:latin typeface="FrutigerNext LT Bold" pitchFamily="34" charset="0"/>
              <a:ea typeface="ＭＳ Ｐゴシック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</p:sldLayoutIdLst>
  <p:transition advClick="0" advTm="8000"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charset="0"/>
        <a:buChar char="~"/>
        <a:defRPr sz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9" descr="d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68442"/>
            <a:ext cx="9150350" cy="4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4" name="Text Box 8"/>
          <p:cNvSpPr txBox="1">
            <a:spLocks noChangeArrowheads="1"/>
          </p:cNvSpPr>
          <p:nvPr/>
        </p:nvSpPr>
        <p:spPr bwMode="auto">
          <a:xfrm>
            <a:off x="755650" y="4838701"/>
            <a:ext cx="253233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80114" bIns="0">
            <a:spAutoFit/>
          </a:bodyPr>
          <a:lstStyle>
            <a:lvl1pPr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</a:p>
        </p:txBody>
      </p:sp>
      <p:pic>
        <p:nvPicPr>
          <p:cNvPr id="8196" name="Picture 9" descr="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08878" y="4789886"/>
            <a:ext cx="1311275" cy="234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44080"/>
            <a:ext cx="7632700" cy="65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199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221583"/>
            <a:ext cx="7632700" cy="314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49" name="Rectangle 15"/>
          <p:cNvSpPr>
            <a:spLocks noChangeArrowheads="1"/>
          </p:cNvSpPr>
          <p:nvPr/>
        </p:nvSpPr>
        <p:spPr bwMode="auto">
          <a:xfrm>
            <a:off x="-1952625" y="519112"/>
            <a:ext cx="1844675" cy="5523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:32-35pt 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R153 G0 B0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ea typeface="宋体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 LT Medium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Arial</a:t>
            </a:r>
          </a:p>
          <a:p>
            <a:pPr marL="342900" indent="-342900" algn="r" eaLnBrk="0" hangingPunct="0">
              <a:lnSpc>
                <a:spcPct val="7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en-US" altLang="zh-CN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:30-32pt 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R153 G0 B0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黑体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英文正文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:20-22pt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子目录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) :18pt  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黑色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ea typeface="宋体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 LT Regular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Arial</a:t>
            </a:r>
          </a:p>
          <a:p>
            <a:pPr marL="342900" indent="-342900" algn="r" eaLnBrk="0" hangingPunct="0">
              <a:lnSpc>
                <a:spcPct val="7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en-US" altLang="zh-CN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中文正文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:18-20pt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子目录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):18pt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黑色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细黑体</a:t>
            </a:r>
            <a:r>
              <a:rPr lang="zh-CN" altLang="en-US" sz="1100" b="1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324978" y="2633663"/>
            <a:ext cx="919163" cy="2418159"/>
            <a:chOff x="5839" y="2251"/>
            <a:chExt cx="579" cy="2031"/>
          </a:xfrm>
        </p:grpSpPr>
        <p:sp>
          <p:nvSpPr>
            <p:cNvPr id="10253" name="Rectangle 17"/>
            <p:cNvSpPr>
              <a:spLocks noChangeArrowheads="1"/>
            </p:cNvSpPr>
            <p:nvPr userDrawn="1"/>
          </p:nvSpPr>
          <p:spPr bwMode="auto">
            <a:xfrm>
              <a:off x="5839" y="3104"/>
              <a:ext cx="579" cy="31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lIns="91425" tIns="45712" rIns="91425" bIns="45712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5893" y="2387"/>
              <a:ext cx="466" cy="115"/>
              <a:chOff x="5893" y="2387"/>
              <a:chExt cx="466" cy="115"/>
            </a:xfrm>
          </p:grpSpPr>
          <p:sp>
            <p:nvSpPr>
              <p:cNvPr id="10315" name="Rectangle 19"/>
              <p:cNvSpPr>
                <a:spLocks noChangeArrowheads="1"/>
              </p:cNvSpPr>
              <p:nvPr userDrawn="1"/>
            </p:nvSpPr>
            <p:spPr bwMode="auto">
              <a:xfrm flipV="1">
                <a:off x="6010" y="2387"/>
                <a:ext cx="116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6" name="Rectangle 20"/>
              <p:cNvSpPr>
                <a:spLocks noChangeArrowheads="1"/>
              </p:cNvSpPr>
              <p:nvPr userDrawn="1"/>
            </p:nvSpPr>
            <p:spPr bwMode="auto">
              <a:xfrm flipV="1">
                <a:off x="6126" y="2387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7" name="Rectangle 21"/>
              <p:cNvSpPr>
                <a:spLocks noChangeArrowheads="1"/>
              </p:cNvSpPr>
              <p:nvPr userDrawn="1"/>
            </p:nvSpPr>
            <p:spPr bwMode="auto">
              <a:xfrm flipV="1">
                <a:off x="6242" y="2387"/>
                <a:ext cx="117" cy="115"/>
              </a:xfrm>
              <a:prstGeom prst="rect">
                <a:avLst/>
              </a:prstGeom>
              <a:solidFill>
                <a:srgbClr val="99660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8" name="Rectangle 22"/>
              <p:cNvSpPr>
                <a:spLocks noChangeArrowheads="1"/>
              </p:cNvSpPr>
              <p:nvPr userDrawn="1"/>
            </p:nvSpPr>
            <p:spPr bwMode="auto">
              <a:xfrm flipV="1">
                <a:off x="5893" y="2387"/>
                <a:ext cx="117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4" name="Group 23"/>
            <p:cNvGrpSpPr>
              <a:grpSpLocks/>
            </p:cNvGrpSpPr>
            <p:nvPr userDrawn="1"/>
          </p:nvGrpSpPr>
          <p:grpSpPr bwMode="auto">
            <a:xfrm>
              <a:off x="5893" y="2523"/>
              <a:ext cx="466" cy="115"/>
              <a:chOff x="5893" y="2523"/>
              <a:chExt cx="466" cy="115"/>
            </a:xfrm>
          </p:grpSpPr>
          <p:sp>
            <p:nvSpPr>
              <p:cNvPr id="10311" name="Rectangle 24"/>
              <p:cNvSpPr>
                <a:spLocks noChangeArrowheads="1"/>
              </p:cNvSpPr>
              <p:nvPr userDrawn="1"/>
            </p:nvSpPr>
            <p:spPr bwMode="auto">
              <a:xfrm flipV="1">
                <a:off x="6010" y="2523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2" name="Rectangle 25"/>
              <p:cNvSpPr>
                <a:spLocks noChangeArrowheads="1"/>
              </p:cNvSpPr>
              <p:nvPr userDrawn="1"/>
            </p:nvSpPr>
            <p:spPr bwMode="auto">
              <a:xfrm flipV="1">
                <a:off x="6126" y="2523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3" name="Rectangle 26"/>
              <p:cNvSpPr>
                <a:spLocks noChangeArrowheads="1"/>
              </p:cNvSpPr>
              <p:nvPr userDrawn="1"/>
            </p:nvSpPr>
            <p:spPr bwMode="auto">
              <a:xfrm flipV="1">
                <a:off x="6242" y="2523"/>
                <a:ext cx="117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4" name="Rectangle 27"/>
              <p:cNvSpPr>
                <a:spLocks noChangeArrowheads="1"/>
              </p:cNvSpPr>
              <p:nvPr userDrawn="1"/>
            </p:nvSpPr>
            <p:spPr bwMode="auto">
              <a:xfrm flipV="1">
                <a:off x="5893" y="2523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5" name="Group 28"/>
            <p:cNvGrpSpPr>
              <a:grpSpLocks/>
            </p:cNvGrpSpPr>
            <p:nvPr userDrawn="1"/>
          </p:nvGrpSpPr>
          <p:grpSpPr bwMode="auto">
            <a:xfrm>
              <a:off x="5893" y="2659"/>
              <a:ext cx="466" cy="115"/>
              <a:chOff x="5893" y="2659"/>
              <a:chExt cx="466" cy="115"/>
            </a:xfrm>
          </p:grpSpPr>
          <p:sp>
            <p:nvSpPr>
              <p:cNvPr id="10307" name="Rectangle 29"/>
              <p:cNvSpPr>
                <a:spLocks noChangeArrowheads="1"/>
              </p:cNvSpPr>
              <p:nvPr userDrawn="1"/>
            </p:nvSpPr>
            <p:spPr bwMode="auto">
              <a:xfrm flipV="1">
                <a:off x="6010" y="2659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8" name="Rectangle 30"/>
              <p:cNvSpPr>
                <a:spLocks noChangeArrowheads="1"/>
              </p:cNvSpPr>
              <p:nvPr userDrawn="1"/>
            </p:nvSpPr>
            <p:spPr bwMode="auto">
              <a:xfrm flipV="1">
                <a:off x="6126" y="2659"/>
                <a:ext cx="116" cy="115"/>
              </a:xfrm>
              <a:prstGeom prst="rect">
                <a:avLst/>
              </a:prstGeom>
              <a:solidFill>
                <a:srgbClr val="0099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9" name="Rectangle 31"/>
              <p:cNvSpPr>
                <a:spLocks noChangeArrowheads="1"/>
              </p:cNvSpPr>
              <p:nvPr userDrawn="1"/>
            </p:nvSpPr>
            <p:spPr bwMode="auto">
              <a:xfrm flipV="1">
                <a:off x="6242" y="2659"/>
                <a:ext cx="117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0" name="Rectangle 32"/>
              <p:cNvSpPr>
                <a:spLocks noChangeArrowheads="1"/>
              </p:cNvSpPr>
              <p:nvPr userDrawn="1"/>
            </p:nvSpPr>
            <p:spPr bwMode="auto">
              <a:xfrm flipV="1">
                <a:off x="5893" y="2659"/>
                <a:ext cx="117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6" name="Group 33"/>
            <p:cNvGrpSpPr>
              <a:grpSpLocks/>
            </p:cNvGrpSpPr>
            <p:nvPr userDrawn="1"/>
          </p:nvGrpSpPr>
          <p:grpSpPr bwMode="auto">
            <a:xfrm>
              <a:off x="5893" y="2251"/>
              <a:ext cx="466" cy="119"/>
              <a:chOff x="5893" y="2251"/>
              <a:chExt cx="466" cy="119"/>
            </a:xfrm>
          </p:grpSpPr>
          <p:sp>
            <p:nvSpPr>
              <p:cNvPr id="10303" name="Rectangle 34"/>
              <p:cNvSpPr>
                <a:spLocks noChangeArrowheads="1"/>
              </p:cNvSpPr>
              <p:nvPr userDrawn="1"/>
            </p:nvSpPr>
            <p:spPr bwMode="auto">
              <a:xfrm flipV="1">
                <a:off x="6126" y="2251"/>
                <a:ext cx="116" cy="119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4" name="Rectangle 35"/>
              <p:cNvSpPr>
                <a:spLocks noChangeArrowheads="1"/>
              </p:cNvSpPr>
              <p:nvPr userDrawn="1"/>
            </p:nvSpPr>
            <p:spPr bwMode="auto">
              <a:xfrm flipV="1">
                <a:off x="6242" y="2251"/>
                <a:ext cx="117" cy="119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5" name="Rectangle 36"/>
              <p:cNvSpPr>
                <a:spLocks noChangeArrowheads="1"/>
              </p:cNvSpPr>
              <p:nvPr userDrawn="1"/>
            </p:nvSpPr>
            <p:spPr bwMode="auto">
              <a:xfrm flipV="1">
                <a:off x="5893" y="2251"/>
                <a:ext cx="117" cy="119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6" name="Rectangle 37"/>
              <p:cNvSpPr>
                <a:spLocks noChangeArrowheads="1"/>
              </p:cNvSpPr>
              <p:nvPr userDrawn="1"/>
            </p:nvSpPr>
            <p:spPr bwMode="auto">
              <a:xfrm flipV="1">
                <a:off x="6010" y="2251"/>
                <a:ext cx="116" cy="119"/>
              </a:xfrm>
              <a:prstGeom prst="rect">
                <a:avLst/>
              </a:prstGeom>
              <a:solidFill>
                <a:srgbClr val="66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7" name="Group 38"/>
            <p:cNvGrpSpPr>
              <a:grpSpLocks/>
            </p:cNvGrpSpPr>
            <p:nvPr userDrawn="1"/>
          </p:nvGrpSpPr>
          <p:grpSpPr bwMode="auto">
            <a:xfrm>
              <a:off x="5893" y="2886"/>
              <a:ext cx="466" cy="115"/>
              <a:chOff x="5893" y="2886"/>
              <a:chExt cx="466" cy="115"/>
            </a:xfrm>
          </p:grpSpPr>
          <p:sp>
            <p:nvSpPr>
              <p:cNvPr id="10299" name="Rectangle 39"/>
              <p:cNvSpPr>
                <a:spLocks noChangeArrowheads="1"/>
              </p:cNvSpPr>
              <p:nvPr userDrawn="1"/>
            </p:nvSpPr>
            <p:spPr bwMode="auto">
              <a:xfrm flipV="1">
                <a:off x="6010" y="2886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0" name="Rectangle 40"/>
              <p:cNvSpPr>
                <a:spLocks noChangeArrowheads="1"/>
              </p:cNvSpPr>
              <p:nvPr userDrawn="1"/>
            </p:nvSpPr>
            <p:spPr bwMode="auto">
              <a:xfrm flipV="1">
                <a:off x="6126" y="2886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1" name="Rectangle 41"/>
              <p:cNvSpPr>
                <a:spLocks noChangeArrowheads="1"/>
              </p:cNvSpPr>
              <p:nvPr userDrawn="1"/>
            </p:nvSpPr>
            <p:spPr bwMode="auto">
              <a:xfrm flipV="1">
                <a:off x="6242" y="2886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2" name="Rectangle 42"/>
              <p:cNvSpPr>
                <a:spLocks noChangeArrowheads="1"/>
              </p:cNvSpPr>
              <p:nvPr userDrawn="1"/>
            </p:nvSpPr>
            <p:spPr bwMode="auto">
              <a:xfrm flipV="1">
                <a:off x="5893" y="2886"/>
                <a:ext cx="117" cy="115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8" name="Group 43"/>
            <p:cNvGrpSpPr>
              <a:grpSpLocks/>
            </p:cNvGrpSpPr>
            <p:nvPr userDrawn="1"/>
          </p:nvGrpSpPr>
          <p:grpSpPr bwMode="auto">
            <a:xfrm>
              <a:off x="5893" y="3022"/>
              <a:ext cx="466" cy="115"/>
              <a:chOff x="5893" y="3022"/>
              <a:chExt cx="466" cy="115"/>
            </a:xfrm>
          </p:grpSpPr>
          <p:sp>
            <p:nvSpPr>
              <p:cNvPr id="10295" name="Rectangle 44"/>
              <p:cNvSpPr>
                <a:spLocks noChangeArrowheads="1"/>
              </p:cNvSpPr>
              <p:nvPr userDrawn="1"/>
            </p:nvSpPr>
            <p:spPr bwMode="auto">
              <a:xfrm flipV="1">
                <a:off x="6010" y="3022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6" name="Rectangle 45"/>
              <p:cNvSpPr>
                <a:spLocks noChangeArrowheads="1"/>
              </p:cNvSpPr>
              <p:nvPr userDrawn="1"/>
            </p:nvSpPr>
            <p:spPr bwMode="auto">
              <a:xfrm flipV="1">
                <a:off x="6126" y="3022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7" name="Rectangle 46"/>
              <p:cNvSpPr>
                <a:spLocks noChangeArrowheads="1"/>
              </p:cNvSpPr>
              <p:nvPr userDrawn="1"/>
            </p:nvSpPr>
            <p:spPr bwMode="auto">
              <a:xfrm flipV="1">
                <a:off x="6242" y="3022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8" name="Rectangle 47"/>
              <p:cNvSpPr>
                <a:spLocks noChangeArrowheads="1"/>
              </p:cNvSpPr>
              <p:nvPr userDrawn="1"/>
            </p:nvSpPr>
            <p:spPr bwMode="auto">
              <a:xfrm flipV="1">
                <a:off x="5893" y="3022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9" name="Group 48"/>
            <p:cNvGrpSpPr>
              <a:grpSpLocks/>
            </p:cNvGrpSpPr>
            <p:nvPr userDrawn="1"/>
          </p:nvGrpSpPr>
          <p:grpSpPr bwMode="auto">
            <a:xfrm>
              <a:off x="5893" y="3158"/>
              <a:ext cx="466" cy="115"/>
              <a:chOff x="5893" y="3158"/>
              <a:chExt cx="466" cy="115"/>
            </a:xfrm>
          </p:grpSpPr>
          <p:sp>
            <p:nvSpPr>
              <p:cNvPr id="10291" name="Rectangle 49"/>
              <p:cNvSpPr>
                <a:spLocks noChangeArrowheads="1"/>
              </p:cNvSpPr>
              <p:nvPr userDrawn="1"/>
            </p:nvSpPr>
            <p:spPr bwMode="auto">
              <a:xfrm flipV="1">
                <a:off x="6010" y="3158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2" name="Rectangle 50"/>
              <p:cNvSpPr>
                <a:spLocks noChangeArrowheads="1"/>
              </p:cNvSpPr>
              <p:nvPr userDrawn="1"/>
            </p:nvSpPr>
            <p:spPr bwMode="auto">
              <a:xfrm flipV="1">
                <a:off x="6126" y="3158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3" name="Rectangle 51"/>
              <p:cNvSpPr>
                <a:spLocks noChangeArrowheads="1"/>
              </p:cNvSpPr>
              <p:nvPr userDrawn="1"/>
            </p:nvSpPr>
            <p:spPr bwMode="auto">
              <a:xfrm flipV="1">
                <a:off x="6242" y="3158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4" name="Rectangle 52"/>
              <p:cNvSpPr>
                <a:spLocks noChangeArrowheads="1"/>
              </p:cNvSpPr>
              <p:nvPr userDrawn="1"/>
            </p:nvSpPr>
            <p:spPr bwMode="auto">
              <a:xfrm flipV="1">
                <a:off x="5893" y="3158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0" name="Group 53"/>
            <p:cNvGrpSpPr>
              <a:grpSpLocks/>
            </p:cNvGrpSpPr>
            <p:nvPr userDrawn="1"/>
          </p:nvGrpSpPr>
          <p:grpSpPr bwMode="auto">
            <a:xfrm>
              <a:off x="5893" y="3385"/>
              <a:ext cx="466" cy="115"/>
              <a:chOff x="5893" y="3385"/>
              <a:chExt cx="466" cy="115"/>
            </a:xfrm>
          </p:grpSpPr>
          <p:sp>
            <p:nvSpPr>
              <p:cNvPr id="10287" name="Rectangle 54"/>
              <p:cNvSpPr>
                <a:spLocks noChangeArrowheads="1"/>
              </p:cNvSpPr>
              <p:nvPr userDrawn="1"/>
            </p:nvSpPr>
            <p:spPr bwMode="auto">
              <a:xfrm flipV="1">
                <a:off x="6010" y="3385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8" name="Rectangle 55"/>
              <p:cNvSpPr>
                <a:spLocks noChangeArrowheads="1"/>
              </p:cNvSpPr>
              <p:nvPr userDrawn="1"/>
            </p:nvSpPr>
            <p:spPr bwMode="auto">
              <a:xfrm flipV="1">
                <a:off x="6126" y="3385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9" name="Rectangle 56"/>
              <p:cNvSpPr>
                <a:spLocks noChangeArrowheads="1"/>
              </p:cNvSpPr>
              <p:nvPr userDrawn="1"/>
            </p:nvSpPr>
            <p:spPr bwMode="auto">
              <a:xfrm flipV="1">
                <a:off x="6242" y="3385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0" name="Rectangle 57"/>
              <p:cNvSpPr>
                <a:spLocks noChangeArrowheads="1"/>
              </p:cNvSpPr>
              <p:nvPr userDrawn="1"/>
            </p:nvSpPr>
            <p:spPr bwMode="auto">
              <a:xfrm flipV="1">
                <a:off x="5893" y="3385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1" name="Group 58"/>
            <p:cNvGrpSpPr>
              <a:grpSpLocks/>
            </p:cNvGrpSpPr>
            <p:nvPr userDrawn="1"/>
          </p:nvGrpSpPr>
          <p:grpSpPr bwMode="auto">
            <a:xfrm>
              <a:off x="5893" y="3521"/>
              <a:ext cx="466" cy="115"/>
              <a:chOff x="5893" y="3521"/>
              <a:chExt cx="466" cy="115"/>
            </a:xfrm>
          </p:grpSpPr>
          <p:sp>
            <p:nvSpPr>
              <p:cNvPr id="10283" name="Rectangle 59"/>
              <p:cNvSpPr>
                <a:spLocks noChangeArrowheads="1"/>
              </p:cNvSpPr>
              <p:nvPr userDrawn="1"/>
            </p:nvSpPr>
            <p:spPr bwMode="auto">
              <a:xfrm flipV="1">
                <a:off x="6010" y="3521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4" name="Rectangle 60"/>
              <p:cNvSpPr>
                <a:spLocks noChangeArrowheads="1"/>
              </p:cNvSpPr>
              <p:nvPr userDrawn="1"/>
            </p:nvSpPr>
            <p:spPr bwMode="auto">
              <a:xfrm flipV="1">
                <a:off x="6126" y="3521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5" name="Rectangle 61"/>
              <p:cNvSpPr>
                <a:spLocks noChangeArrowheads="1"/>
              </p:cNvSpPr>
              <p:nvPr userDrawn="1"/>
            </p:nvSpPr>
            <p:spPr bwMode="auto">
              <a:xfrm flipV="1">
                <a:off x="6242" y="3521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6" name="Rectangle 62"/>
              <p:cNvSpPr>
                <a:spLocks noChangeArrowheads="1"/>
              </p:cNvSpPr>
              <p:nvPr userDrawn="1"/>
            </p:nvSpPr>
            <p:spPr bwMode="auto">
              <a:xfrm flipV="1">
                <a:off x="5893" y="3521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2" name="Group 63"/>
            <p:cNvGrpSpPr>
              <a:grpSpLocks/>
            </p:cNvGrpSpPr>
            <p:nvPr userDrawn="1"/>
          </p:nvGrpSpPr>
          <p:grpSpPr bwMode="auto">
            <a:xfrm>
              <a:off x="5893" y="3657"/>
              <a:ext cx="466" cy="115"/>
              <a:chOff x="5893" y="3657"/>
              <a:chExt cx="466" cy="115"/>
            </a:xfrm>
          </p:grpSpPr>
          <p:sp>
            <p:nvSpPr>
              <p:cNvPr id="10279" name="Rectangle 64"/>
              <p:cNvSpPr>
                <a:spLocks noChangeArrowheads="1"/>
              </p:cNvSpPr>
              <p:nvPr userDrawn="1"/>
            </p:nvSpPr>
            <p:spPr bwMode="auto">
              <a:xfrm flipV="1">
                <a:off x="6010" y="3657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0" name="Rectangle 65"/>
              <p:cNvSpPr>
                <a:spLocks noChangeArrowheads="1"/>
              </p:cNvSpPr>
              <p:nvPr userDrawn="1"/>
            </p:nvSpPr>
            <p:spPr bwMode="auto">
              <a:xfrm flipV="1">
                <a:off x="6126" y="3657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1" name="Rectangle 66"/>
              <p:cNvSpPr>
                <a:spLocks noChangeArrowheads="1"/>
              </p:cNvSpPr>
              <p:nvPr userDrawn="1"/>
            </p:nvSpPr>
            <p:spPr bwMode="auto">
              <a:xfrm flipV="1">
                <a:off x="6242" y="3657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2" name="Rectangle 67"/>
              <p:cNvSpPr>
                <a:spLocks noChangeArrowheads="1"/>
              </p:cNvSpPr>
              <p:nvPr userDrawn="1"/>
            </p:nvSpPr>
            <p:spPr bwMode="auto">
              <a:xfrm flipV="1">
                <a:off x="5893" y="3657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3" name="Group 68"/>
            <p:cNvGrpSpPr>
              <a:grpSpLocks/>
            </p:cNvGrpSpPr>
            <p:nvPr userDrawn="1"/>
          </p:nvGrpSpPr>
          <p:grpSpPr bwMode="auto">
            <a:xfrm>
              <a:off x="5893" y="3884"/>
              <a:ext cx="466" cy="115"/>
              <a:chOff x="5893" y="3884"/>
              <a:chExt cx="466" cy="115"/>
            </a:xfrm>
          </p:grpSpPr>
          <p:sp>
            <p:nvSpPr>
              <p:cNvPr id="10275" name="Rectangle 69"/>
              <p:cNvSpPr>
                <a:spLocks noChangeArrowheads="1"/>
              </p:cNvSpPr>
              <p:nvPr userDrawn="1"/>
            </p:nvSpPr>
            <p:spPr bwMode="auto">
              <a:xfrm flipV="1">
                <a:off x="6010" y="3884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6" name="Rectangle 70"/>
              <p:cNvSpPr>
                <a:spLocks noChangeArrowheads="1"/>
              </p:cNvSpPr>
              <p:nvPr userDrawn="1"/>
            </p:nvSpPr>
            <p:spPr bwMode="auto">
              <a:xfrm flipV="1">
                <a:off x="6126" y="3884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7" name="Rectangle 71"/>
              <p:cNvSpPr>
                <a:spLocks noChangeArrowheads="1"/>
              </p:cNvSpPr>
              <p:nvPr userDrawn="1"/>
            </p:nvSpPr>
            <p:spPr bwMode="auto">
              <a:xfrm flipV="1">
                <a:off x="6242" y="3884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8" name="Rectangle 72"/>
              <p:cNvSpPr>
                <a:spLocks noChangeArrowheads="1"/>
              </p:cNvSpPr>
              <p:nvPr userDrawn="1"/>
            </p:nvSpPr>
            <p:spPr bwMode="auto">
              <a:xfrm flipV="1">
                <a:off x="5893" y="3884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4" name="Group 73"/>
            <p:cNvGrpSpPr>
              <a:grpSpLocks/>
            </p:cNvGrpSpPr>
            <p:nvPr userDrawn="1"/>
          </p:nvGrpSpPr>
          <p:grpSpPr bwMode="auto">
            <a:xfrm>
              <a:off x="5893" y="4026"/>
              <a:ext cx="466" cy="115"/>
              <a:chOff x="5893" y="4026"/>
              <a:chExt cx="466" cy="115"/>
            </a:xfrm>
          </p:grpSpPr>
          <p:sp>
            <p:nvSpPr>
              <p:cNvPr id="10271" name="Rectangle 74"/>
              <p:cNvSpPr>
                <a:spLocks noChangeArrowheads="1"/>
              </p:cNvSpPr>
              <p:nvPr userDrawn="1"/>
            </p:nvSpPr>
            <p:spPr bwMode="auto">
              <a:xfrm flipV="1">
                <a:off x="6010" y="4026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2" name="Rectangle 75"/>
              <p:cNvSpPr>
                <a:spLocks noChangeArrowheads="1"/>
              </p:cNvSpPr>
              <p:nvPr userDrawn="1"/>
            </p:nvSpPr>
            <p:spPr bwMode="auto">
              <a:xfrm flipV="1">
                <a:off x="6126" y="4026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3" name="Rectangle 76"/>
              <p:cNvSpPr>
                <a:spLocks noChangeArrowheads="1"/>
              </p:cNvSpPr>
              <p:nvPr userDrawn="1"/>
            </p:nvSpPr>
            <p:spPr bwMode="auto">
              <a:xfrm flipV="1">
                <a:off x="6242" y="4026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4" name="Rectangle 77"/>
              <p:cNvSpPr>
                <a:spLocks noChangeArrowheads="1"/>
              </p:cNvSpPr>
              <p:nvPr userDrawn="1"/>
            </p:nvSpPr>
            <p:spPr bwMode="auto">
              <a:xfrm flipV="1">
                <a:off x="5893" y="4026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5" name="Group 78"/>
            <p:cNvGrpSpPr>
              <a:grpSpLocks/>
            </p:cNvGrpSpPr>
            <p:nvPr userDrawn="1"/>
          </p:nvGrpSpPr>
          <p:grpSpPr bwMode="auto">
            <a:xfrm>
              <a:off x="5893" y="4167"/>
              <a:ext cx="466" cy="115"/>
              <a:chOff x="5893" y="4167"/>
              <a:chExt cx="466" cy="115"/>
            </a:xfrm>
          </p:grpSpPr>
          <p:sp>
            <p:nvSpPr>
              <p:cNvPr id="10267" name="Rectangle 79"/>
              <p:cNvSpPr>
                <a:spLocks noChangeArrowheads="1"/>
              </p:cNvSpPr>
              <p:nvPr userDrawn="1"/>
            </p:nvSpPr>
            <p:spPr bwMode="auto">
              <a:xfrm flipV="1">
                <a:off x="6010" y="4167"/>
                <a:ext cx="116" cy="115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68" name="Rectangle 80"/>
              <p:cNvSpPr>
                <a:spLocks noChangeArrowheads="1"/>
              </p:cNvSpPr>
              <p:nvPr userDrawn="1"/>
            </p:nvSpPr>
            <p:spPr bwMode="auto">
              <a:xfrm flipV="1">
                <a:off x="6126" y="4167"/>
                <a:ext cx="116" cy="11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69" name="Rectangle 81"/>
              <p:cNvSpPr>
                <a:spLocks noChangeArrowheads="1"/>
              </p:cNvSpPr>
              <p:nvPr userDrawn="1"/>
            </p:nvSpPr>
            <p:spPr bwMode="auto">
              <a:xfrm flipV="1">
                <a:off x="6242" y="4167"/>
                <a:ext cx="117" cy="115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0" name="Rectangle 82"/>
              <p:cNvSpPr>
                <a:spLocks noChangeArrowheads="1"/>
              </p:cNvSpPr>
              <p:nvPr userDrawn="1"/>
            </p:nvSpPr>
            <p:spPr bwMode="auto">
              <a:xfrm flipV="1">
                <a:off x="5893" y="4167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sp>
        <p:nvSpPr>
          <p:cNvPr id="10251" name="Rectangle 83"/>
          <p:cNvSpPr>
            <a:spLocks noChangeArrowheads="1"/>
          </p:cNvSpPr>
          <p:nvPr/>
        </p:nvSpPr>
        <p:spPr bwMode="auto">
          <a:xfrm>
            <a:off x="9251953" y="1006079"/>
            <a:ext cx="1192213" cy="1739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配色参考方案：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建议同一页面内不超过四种颜色，以下是</a:t>
            </a:r>
            <a:r>
              <a:rPr lang="en-US" altLang="zh-CN" sz="1100">
                <a:solidFill>
                  <a:srgbClr val="FFFFFF"/>
                </a:solidFill>
                <a:ea typeface="宋体" charset="-122"/>
              </a:rPr>
              <a:t>13</a:t>
            </a: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组配色方案，同一页面内只选择一组使用。（仅供参考）</a:t>
            </a:r>
          </a:p>
        </p:txBody>
      </p:sp>
      <p:sp>
        <p:nvSpPr>
          <p:cNvPr id="10252" name="Rectangle 84"/>
          <p:cNvSpPr>
            <a:spLocks noChangeArrowheads="1"/>
          </p:cNvSpPr>
          <p:nvPr/>
        </p:nvSpPr>
        <p:spPr bwMode="auto">
          <a:xfrm>
            <a:off x="9251951" y="5954"/>
            <a:ext cx="1120775" cy="69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客户或者合作伙伴的标志放在右上角</a:t>
            </a:r>
            <a:r>
              <a:rPr lang="en-US" altLang="zh-CN" sz="1100">
                <a:solidFill>
                  <a:srgbClr val="FFFFFF"/>
                </a:solidFill>
                <a:ea typeface="宋体" charset="-122"/>
              </a:rPr>
              <a:t>.</a:t>
            </a:r>
            <a:endParaRPr lang="zh-CN" altLang="en-US" sz="1100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6361116" y="4867275"/>
            <a:ext cx="2097087" cy="34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r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ＭＳ Ｐゴシック" pitchFamily="34" charset="-128"/>
              </a:rPr>
              <a:t>Page </a:t>
            </a:r>
            <a:fld id="{52A5D625-72FF-4364-B088-B7F11232586A}" type="slidenum"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ＭＳ Ｐゴシック" pitchFamily="34" charset="-128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200">
              <a:solidFill>
                <a:srgbClr val="000000"/>
              </a:solidFill>
              <a:latin typeface="FrutigerNext LT Bold" pitchFamily="34" charset="0"/>
              <a:ea typeface="ＭＳ Ｐゴシック" pitchFamily="34" charset="-128"/>
            </a:endParaRPr>
          </a:p>
        </p:txBody>
      </p:sp>
      <p:sp>
        <p:nvSpPr>
          <p:cNvPr id="79" name="Rectangle 21"/>
          <p:cNvSpPr>
            <a:spLocks noChangeArrowheads="1"/>
          </p:cNvSpPr>
          <p:nvPr/>
        </p:nvSpPr>
        <p:spPr bwMode="auto">
          <a:xfrm>
            <a:off x="3633838" y="4847415"/>
            <a:ext cx="2085332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82" tIns="0" rIns="80082" bIns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9pPr>
          </a:lstStyle>
          <a:p>
            <a:pPr defTabSz="801688" eaLnBrk="0" hangingPunct="0">
              <a:defRPr/>
            </a:pPr>
            <a:r>
              <a:rPr lang="zh-CN" altLang="en-US" sz="1000" dirty="0">
                <a:solidFill>
                  <a:srgbClr val="000000"/>
                </a:solidFill>
                <a:latin typeface="Arial"/>
              </a:rPr>
              <a:t>华为保密信息，未经授权禁止扩散</a:t>
            </a:r>
            <a:endParaRPr lang="en-US" altLang="zh-CN" sz="1000" dirty="0">
              <a:solidFill>
                <a:srgbClr val="000000"/>
              </a:solidFill>
              <a:latin typeface="FrutigerNext LT Bold" pitchFamily="34" charset="0"/>
              <a:ea typeface="ＭＳ Ｐゴシック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ransition advClick="0" advTm="8000"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charset="0"/>
        <a:buChar char="~"/>
        <a:defRPr sz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9" descr="dd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4668951"/>
            <a:ext cx="9150802" cy="476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52948" y="4829175"/>
            <a:ext cx="2612708" cy="265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9854" tIns="39938" rIns="79854" bIns="39938">
            <a:spAutoFit/>
          </a:bodyPr>
          <a:lstStyle/>
          <a:p>
            <a:pPr defTabSz="800963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  <a:endParaRPr lang="en-US" altLang="zh-CN" sz="2200" dirty="0">
              <a:solidFill>
                <a:srgbClr val="000000"/>
              </a:solidFill>
              <a:latin typeface="Arial" pitchFamily="34" charset="0"/>
              <a:ea typeface="MS PGothic" pitchFamily="34" charset="-128"/>
            </a:endParaRPr>
          </a:p>
        </p:txBody>
      </p:sp>
      <p:pic>
        <p:nvPicPr>
          <p:cNvPr id="3076" name="Picture 9" descr="8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508908" y="4799581"/>
            <a:ext cx="1311338" cy="234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360812" y="4866938"/>
            <a:ext cx="2097597" cy="341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85000"/>
              </a:lnSpc>
              <a:spcBef>
                <a:spcPct val="0"/>
              </a:spcBef>
              <a:defRPr sz="1200" b="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defRPr>
            </a:lvl1pPr>
          </a:lstStyle>
          <a:p>
            <a:pPr eaLnBrk="0" hangingPunct="0">
              <a:defRPr/>
            </a:pPr>
            <a:r>
              <a:rPr lang="de-DE" altLang="zh-CN"/>
              <a:t>Page </a:t>
            </a:r>
            <a:fld id="{7D02554B-20AC-4CD2-8174-AA84A300EA1C}" type="slidenum">
              <a:rPr lang="de-DE" altLang="zh-CN"/>
              <a:pPr eaLnBrk="0" hangingPunct="0">
                <a:defRPr/>
              </a:pPr>
              <a:t>‹#›</a:t>
            </a:fld>
            <a:endParaRPr lang="en-GB" altLang="zh-CN"/>
          </a:p>
        </p:txBody>
      </p:sp>
      <p:sp>
        <p:nvSpPr>
          <p:cNvPr id="3078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652951" y="322489"/>
            <a:ext cx="7745602" cy="654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9869" tIns="39944" rIns="79869" bIns="399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3893208" y="4829175"/>
            <a:ext cx="1642376" cy="2652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9821" tIns="39920" rIns="79821" bIns="39920">
            <a:spAutoFit/>
          </a:bodyPr>
          <a:lstStyle/>
          <a:p>
            <a:pPr defTabSz="801281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Huawei Confidential 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-1908515" y="396988"/>
            <a:ext cx="1844580" cy="3980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54" tIns="39938" rIns="79854" bIns="39938"/>
          <a:lstStyle/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:32-35pt 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 R153 G0 B0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: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FrutigerNext LT Regular"/>
                <a:ea typeface="华文细黑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 LT Medium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: Arial</a:t>
            </a:r>
          </a:p>
          <a:p>
            <a:pPr algn="r" defTabSz="801281">
              <a:lnSpc>
                <a:spcPct val="7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:30-32pt 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 R153 G0 B0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黑体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英文正文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:20-22pt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子目录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) :18pt  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黑色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: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FrutigerNext LT Regular"/>
                <a:ea typeface="华文细黑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 LT Regular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/>
                <a:ea typeface="华文细黑"/>
              </a:rPr>
              <a:t>: Arial</a:t>
            </a:r>
          </a:p>
          <a:p>
            <a:pPr algn="r" defTabSz="801281">
              <a:lnSpc>
                <a:spcPct val="7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中文正文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:18-20pt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子目录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):18pt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黑色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/>
              </a:rPr>
              <a:t>细黑体 </a:t>
            </a: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/>
            </a:endParaRPr>
          </a:p>
          <a:p>
            <a:pPr algn="r"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000000"/>
              </a:solidFill>
              <a:latin typeface="Arial" charset="0"/>
              <a:ea typeface="华文细黑"/>
            </a:endParaRPr>
          </a:p>
        </p:txBody>
      </p:sp>
      <p:sp>
        <p:nvSpPr>
          <p:cNvPr id="28734" name="Rectangle 62"/>
          <p:cNvSpPr>
            <a:spLocks noChangeArrowheads="1"/>
          </p:cNvSpPr>
          <p:nvPr/>
        </p:nvSpPr>
        <p:spPr bwMode="auto">
          <a:xfrm>
            <a:off x="9199773" y="1068503"/>
            <a:ext cx="1048798" cy="1503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54" tIns="39938" rIns="79854" bIns="39938"/>
          <a:lstStyle/>
          <a:p>
            <a:pPr defTabSz="801281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/>
              </a:rPr>
              <a:t>配色参考方案：</a:t>
            </a:r>
          </a:p>
          <a:p>
            <a:pPr defTabSz="801281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/>
              </a:rPr>
              <a:t>建议同一页面内不超过四种颜色，以下是</a:t>
            </a:r>
            <a:r>
              <a:rPr lang="en-US" altLang="zh-CN" sz="1100" dirty="0">
                <a:solidFill>
                  <a:srgbClr val="FFFFFF"/>
                </a:solidFill>
                <a:latin typeface="华文细黑" pitchFamily="2" charset="-122"/>
                <a:ea typeface="华文细黑"/>
              </a:rPr>
              <a:t>13</a:t>
            </a: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/>
              </a:rPr>
              <a:t>组配色方案，同一页面内只选择一组使用。（仅供参考）</a:t>
            </a:r>
          </a:p>
          <a:p>
            <a:pPr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/>
            </a:endParaRPr>
          </a:p>
          <a:p>
            <a:pPr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/>
            </a:endParaRPr>
          </a:p>
          <a:p>
            <a:pPr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00" dirty="0">
              <a:solidFill>
                <a:srgbClr val="FFFFFF"/>
              </a:solidFill>
              <a:latin typeface="华文细黑" pitchFamily="2" charset="-122"/>
              <a:ea typeface="华文细黑"/>
            </a:endParaRPr>
          </a:p>
        </p:txBody>
      </p:sp>
      <p:sp>
        <p:nvSpPr>
          <p:cNvPr id="28737" name="Rectangle 65"/>
          <p:cNvSpPr>
            <a:spLocks noChangeArrowheads="1"/>
          </p:cNvSpPr>
          <p:nvPr/>
        </p:nvSpPr>
        <p:spPr bwMode="auto">
          <a:xfrm>
            <a:off x="9199773" y="-45922"/>
            <a:ext cx="1048798" cy="628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54" tIns="39938" rIns="79854" bIns="39938"/>
          <a:lstStyle/>
          <a:p>
            <a:pPr defTabSz="801281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/>
              </a:rPr>
              <a:t>客户或者合作伙伴的标志放在右上角</a:t>
            </a:r>
            <a:r>
              <a:rPr lang="en-US" altLang="zh-CN" sz="1100" dirty="0">
                <a:solidFill>
                  <a:srgbClr val="FFFFFF"/>
                </a:solidFill>
                <a:latin typeface="华文细黑" pitchFamily="2" charset="-122"/>
                <a:ea typeface="华文细黑"/>
              </a:rPr>
              <a:t>.</a:t>
            </a:r>
          </a:p>
          <a:p>
            <a:pPr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/>
            </a:endParaRPr>
          </a:p>
          <a:p>
            <a:pPr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/>
            </a:endParaRPr>
          </a:p>
          <a:p>
            <a:pPr defTabSz="801281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00" dirty="0">
              <a:solidFill>
                <a:srgbClr val="FFFFFF"/>
              </a:solidFill>
              <a:latin typeface="华文细黑" pitchFamily="2" charset="-122"/>
              <a:ea typeface="华文细黑"/>
            </a:endParaRPr>
          </a:p>
        </p:txBody>
      </p:sp>
      <p:sp>
        <p:nvSpPr>
          <p:cNvPr id="3083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2949" y="1230769"/>
            <a:ext cx="7929244" cy="314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9881" tIns="39956" rIns="79881" bIns="399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752" name="Rectangle 80"/>
          <p:cNvSpPr>
            <a:spLocks noChangeArrowheads="1"/>
          </p:cNvSpPr>
          <p:nvPr/>
        </p:nvSpPr>
        <p:spPr bwMode="auto">
          <a:xfrm>
            <a:off x="9269149" y="3683779"/>
            <a:ext cx="919569" cy="39362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lIns="91119" tIns="45556" rIns="91119" bIns="45556" anchor="ctr">
            <a:spAutoFit/>
          </a:bodyPr>
          <a:lstStyle/>
          <a:p>
            <a:pPr algn="ctr">
              <a:lnSpc>
                <a:spcPct val="140000"/>
              </a:lnSpc>
              <a:buClr>
                <a:srgbClr val="000000"/>
              </a:buClr>
              <a:buSzPct val="50000"/>
              <a:buFont typeface="Wingdings" pitchFamily="2" charset="2"/>
              <a:buChar char="p"/>
              <a:defRPr/>
            </a:pPr>
            <a:endParaRPr lang="zh-CN" altLang="en-US" sz="1400" dirty="0">
              <a:solidFill>
                <a:srgbClr val="000000"/>
              </a:solidFill>
              <a:latin typeface="FrutigerNext LT Regular"/>
              <a:ea typeface="华文细黑"/>
            </a:endParaRPr>
          </a:p>
        </p:txBody>
      </p:sp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9354849" y="2842194"/>
            <a:ext cx="740008" cy="136752"/>
            <a:chOff x="5893" y="2387"/>
            <a:chExt cx="466" cy="115"/>
          </a:xfrm>
        </p:grpSpPr>
        <p:sp>
          <p:nvSpPr>
            <p:cNvPr id="28754" name="Rectangle 82"/>
            <p:cNvSpPr>
              <a:spLocks noChangeArrowheads="1"/>
            </p:cNvSpPr>
            <p:nvPr userDrawn="1"/>
          </p:nvSpPr>
          <p:spPr bwMode="auto">
            <a:xfrm flipV="1">
              <a:off x="6010" y="2387"/>
              <a:ext cx="116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55" name="Rectangle 83"/>
            <p:cNvSpPr>
              <a:spLocks noChangeArrowheads="1"/>
            </p:cNvSpPr>
            <p:nvPr userDrawn="1"/>
          </p:nvSpPr>
          <p:spPr bwMode="auto">
            <a:xfrm flipV="1">
              <a:off x="6126" y="2387"/>
              <a:ext cx="114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56" name="Rectangle 84"/>
            <p:cNvSpPr>
              <a:spLocks noChangeArrowheads="1"/>
            </p:cNvSpPr>
            <p:nvPr userDrawn="1"/>
          </p:nvSpPr>
          <p:spPr bwMode="auto">
            <a:xfrm flipV="1">
              <a:off x="6242" y="2387"/>
              <a:ext cx="117" cy="115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57" name="Rectangle 85"/>
            <p:cNvSpPr>
              <a:spLocks noChangeArrowheads="1"/>
            </p:cNvSpPr>
            <p:nvPr userDrawn="1"/>
          </p:nvSpPr>
          <p:spPr bwMode="auto">
            <a:xfrm flipV="1">
              <a:off x="5893" y="2387"/>
              <a:ext cx="117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9354849" y="3004457"/>
            <a:ext cx="740008" cy="136752"/>
            <a:chOff x="5893" y="2523"/>
            <a:chExt cx="466" cy="115"/>
          </a:xfrm>
        </p:grpSpPr>
        <p:sp>
          <p:nvSpPr>
            <p:cNvPr id="28759" name="Rectangle 87"/>
            <p:cNvSpPr>
              <a:spLocks noChangeArrowheads="1"/>
            </p:cNvSpPr>
            <p:nvPr userDrawn="1"/>
          </p:nvSpPr>
          <p:spPr bwMode="auto">
            <a:xfrm flipV="1">
              <a:off x="6010" y="2523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60" name="Rectangle 88"/>
            <p:cNvSpPr>
              <a:spLocks noChangeArrowheads="1"/>
            </p:cNvSpPr>
            <p:nvPr userDrawn="1"/>
          </p:nvSpPr>
          <p:spPr bwMode="auto">
            <a:xfrm flipV="1">
              <a:off x="6126" y="2523"/>
              <a:ext cx="114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61" name="Rectangle 89"/>
            <p:cNvSpPr>
              <a:spLocks noChangeArrowheads="1"/>
            </p:cNvSpPr>
            <p:nvPr userDrawn="1"/>
          </p:nvSpPr>
          <p:spPr bwMode="auto">
            <a:xfrm flipV="1">
              <a:off x="6242" y="2523"/>
              <a:ext cx="117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62" name="Rectangle 90"/>
            <p:cNvSpPr>
              <a:spLocks noChangeArrowheads="1"/>
            </p:cNvSpPr>
            <p:nvPr userDrawn="1"/>
          </p:nvSpPr>
          <p:spPr bwMode="auto">
            <a:xfrm flipV="1">
              <a:off x="5893" y="2523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4" name="Group 91"/>
          <p:cNvGrpSpPr>
            <a:grpSpLocks/>
          </p:cNvGrpSpPr>
          <p:nvPr/>
        </p:nvGrpSpPr>
        <p:grpSpPr bwMode="auto">
          <a:xfrm>
            <a:off x="9354849" y="3165704"/>
            <a:ext cx="740008" cy="136752"/>
            <a:chOff x="5893" y="2659"/>
            <a:chExt cx="466" cy="115"/>
          </a:xfrm>
        </p:grpSpPr>
        <p:sp>
          <p:nvSpPr>
            <p:cNvPr id="28764" name="Rectangle 92"/>
            <p:cNvSpPr>
              <a:spLocks noChangeArrowheads="1"/>
            </p:cNvSpPr>
            <p:nvPr userDrawn="1"/>
          </p:nvSpPr>
          <p:spPr bwMode="auto">
            <a:xfrm flipV="1">
              <a:off x="6010" y="2659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65" name="Rectangle 93"/>
            <p:cNvSpPr>
              <a:spLocks noChangeArrowheads="1"/>
            </p:cNvSpPr>
            <p:nvPr userDrawn="1"/>
          </p:nvSpPr>
          <p:spPr bwMode="auto">
            <a:xfrm flipV="1">
              <a:off x="6126" y="2659"/>
              <a:ext cx="114" cy="115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66" name="Rectangle 94"/>
            <p:cNvSpPr>
              <a:spLocks noChangeArrowheads="1"/>
            </p:cNvSpPr>
            <p:nvPr userDrawn="1"/>
          </p:nvSpPr>
          <p:spPr bwMode="auto">
            <a:xfrm flipV="1">
              <a:off x="6242" y="2659"/>
              <a:ext cx="117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67" name="Rectangle 95"/>
            <p:cNvSpPr>
              <a:spLocks noChangeArrowheads="1"/>
            </p:cNvSpPr>
            <p:nvPr userDrawn="1"/>
          </p:nvSpPr>
          <p:spPr bwMode="auto">
            <a:xfrm flipV="1">
              <a:off x="5893" y="2659"/>
              <a:ext cx="117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5" name="Group 96"/>
          <p:cNvGrpSpPr>
            <a:grpSpLocks/>
          </p:cNvGrpSpPr>
          <p:nvPr/>
        </p:nvGrpSpPr>
        <p:grpSpPr bwMode="auto">
          <a:xfrm>
            <a:off x="9354849" y="2679929"/>
            <a:ext cx="740008" cy="141855"/>
            <a:chOff x="5893" y="2251"/>
            <a:chExt cx="466" cy="119"/>
          </a:xfrm>
        </p:grpSpPr>
        <p:sp>
          <p:nvSpPr>
            <p:cNvPr id="28769" name="Rectangle 97"/>
            <p:cNvSpPr>
              <a:spLocks noChangeArrowheads="1"/>
            </p:cNvSpPr>
            <p:nvPr userDrawn="1"/>
          </p:nvSpPr>
          <p:spPr bwMode="auto">
            <a:xfrm flipV="1">
              <a:off x="6126" y="2251"/>
              <a:ext cx="114" cy="119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70" name="Rectangle 98"/>
            <p:cNvSpPr>
              <a:spLocks noChangeArrowheads="1"/>
            </p:cNvSpPr>
            <p:nvPr userDrawn="1"/>
          </p:nvSpPr>
          <p:spPr bwMode="auto">
            <a:xfrm flipV="1">
              <a:off x="6242" y="2251"/>
              <a:ext cx="117" cy="11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71" name="Rectangle 99"/>
            <p:cNvSpPr>
              <a:spLocks noChangeArrowheads="1"/>
            </p:cNvSpPr>
            <p:nvPr userDrawn="1"/>
          </p:nvSpPr>
          <p:spPr bwMode="auto">
            <a:xfrm flipV="1">
              <a:off x="5893" y="2251"/>
              <a:ext cx="117" cy="119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72" name="Rectangle 100"/>
            <p:cNvSpPr>
              <a:spLocks noChangeArrowheads="1"/>
            </p:cNvSpPr>
            <p:nvPr userDrawn="1"/>
          </p:nvSpPr>
          <p:spPr bwMode="auto">
            <a:xfrm flipV="1">
              <a:off x="6010" y="2251"/>
              <a:ext cx="116" cy="119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6" name="Group 101"/>
          <p:cNvGrpSpPr>
            <a:grpSpLocks/>
          </p:cNvGrpSpPr>
          <p:nvPr/>
        </p:nvGrpSpPr>
        <p:grpSpPr bwMode="auto">
          <a:xfrm>
            <a:off x="9354849" y="3436145"/>
            <a:ext cx="740008" cy="136752"/>
            <a:chOff x="5893" y="2886"/>
            <a:chExt cx="466" cy="115"/>
          </a:xfrm>
        </p:grpSpPr>
        <p:sp>
          <p:nvSpPr>
            <p:cNvPr id="28774" name="Rectangle 102"/>
            <p:cNvSpPr>
              <a:spLocks noChangeArrowheads="1"/>
            </p:cNvSpPr>
            <p:nvPr userDrawn="1"/>
          </p:nvSpPr>
          <p:spPr bwMode="auto">
            <a:xfrm flipV="1">
              <a:off x="6010" y="2886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75" name="Rectangle 103"/>
            <p:cNvSpPr>
              <a:spLocks noChangeArrowheads="1"/>
            </p:cNvSpPr>
            <p:nvPr userDrawn="1"/>
          </p:nvSpPr>
          <p:spPr bwMode="auto">
            <a:xfrm flipV="1">
              <a:off x="6126" y="2886"/>
              <a:ext cx="114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76" name="Rectangle 104"/>
            <p:cNvSpPr>
              <a:spLocks noChangeArrowheads="1"/>
            </p:cNvSpPr>
            <p:nvPr userDrawn="1"/>
          </p:nvSpPr>
          <p:spPr bwMode="auto">
            <a:xfrm flipV="1">
              <a:off x="6242" y="2886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77" name="Rectangle 105"/>
            <p:cNvSpPr>
              <a:spLocks noChangeArrowheads="1"/>
            </p:cNvSpPr>
            <p:nvPr userDrawn="1"/>
          </p:nvSpPr>
          <p:spPr bwMode="auto">
            <a:xfrm flipV="1">
              <a:off x="5893" y="2886"/>
              <a:ext cx="117" cy="115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7" name="Group 106"/>
          <p:cNvGrpSpPr>
            <a:grpSpLocks/>
          </p:cNvGrpSpPr>
          <p:nvPr/>
        </p:nvGrpSpPr>
        <p:grpSpPr bwMode="auto">
          <a:xfrm>
            <a:off x="9354849" y="3598411"/>
            <a:ext cx="740008" cy="136752"/>
            <a:chOff x="5893" y="3022"/>
            <a:chExt cx="466" cy="115"/>
          </a:xfrm>
        </p:grpSpPr>
        <p:sp>
          <p:nvSpPr>
            <p:cNvPr id="28779" name="Rectangle 107"/>
            <p:cNvSpPr>
              <a:spLocks noChangeArrowheads="1"/>
            </p:cNvSpPr>
            <p:nvPr userDrawn="1"/>
          </p:nvSpPr>
          <p:spPr bwMode="auto">
            <a:xfrm flipV="1">
              <a:off x="6010" y="3022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80" name="Rectangle 108"/>
            <p:cNvSpPr>
              <a:spLocks noChangeArrowheads="1"/>
            </p:cNvSpPr>
            <p:nvPr userDrawn="1"/>
          </p:nvSpPr>
          <p:spPr bwMode="auto">
            <a:xfrm flipV="1">
              <a:off x="6126" y="3022"/>
              <a:ext cx="114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81" name="Rectangle 109"/>
            <p:cNvSpPr>
              <a:spLocks noChangeArrowheads="1"/>
            </p:cNvSpPr>
            <p:nvPr userDrawn="1"/>
          </p:nvSpPr>
          <p:spPr bwMode="auto">
            <a:xfrm flipV="1">
              <a:off x="6242" y="3022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82" name="Rectangle 110"/>
            <p:cNvSpPr>
              <a:spLocks noChangeArrowheads="1"/>
            </p:cNvSpPr>
            <p:nvPr userDrawn="1"/>
          </p:nvSpPr>
          <p:spPr bwMode="auto">
            <a:xfrm flipV="1">
              <a:off x="5893" y="3022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8" name="Group 111"/>
          <p:cNvGrpSpPr>
            <a:grpSpLocks/>
          </p:cNvGrpSpPr>
          <p:nvPr/>
        </p:nvGrpSpPr>
        <p:grpSpPr bwMode="auto">
          <a:xfrm>
            <a:off x="9354849" y="3759657"/>
            <a:ext cx="740008" cy="137773"/>
            <a:chOff x="5893" y="3158"/>
            <a:chExt cx="466" cy="115"/>
          </a:xfrm>
        </p:grpSpPr>
        <p:sp>
          <p:nvSpPr>
            <p:cNvPr id="28784" name="Rectangle 112"/>
            <p:cNvSpPr>
              <a:spLocks noChangeArrowheads="1"/>
            </p:cNvSpPr>
            <p:nvPr userDrawn="1"/>
          </p:nvSpPr>
          <p:spPr bwMode="auto">
            <a:xfrm flipV="1">
              <a:off x="6010" y="3158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85" name="Rectangle 113"/>
            <p:cNvSpPr>
              <a:spLocks noChangeArrowheads="1"/>
            </p:cNvSpPr>
            <p:nvPr userDrawn="1"/>
          </p:nvSpPr>
          <p:spPr bwMode="auto">
            <a:xfrm flipV="1">
              <a:off x="6126" y="3158"/>
              <a:ext cx="114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86" name="Rectangle 114"/>
            <p:cNvSpPr>
              <a:spLocks noChangeArrowheads="1"/>
            </p:cNvSpPr>
            <p:nvPr userDrawn="1"/>
          </p:nvSpPr>
          <p:spPr bwMode="auto">
            <a:xfrm flipV="1">
              <a:off x="6242" y="3158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87" name="Rectangle 115"/>
            <p:cNvSpPr>
              <a:spLocks noChangeArrowheads="1"/>
            </p:cNvSpPr>
            <p:nvPr userDrawn="1"/>
          </p:nvSpPr>
          <p:spPr bwMode="auto">
            <a:xfrm flipV="1">
              <a:off x="5893" y="3158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9" name="Group 116"/>
          <p:cNvGrpSpPr>
            <a:grpSpLocks/>
          </p:cNvGrpSpPr>
          <p:nvPr/>
        </p:nvGrpSpPr>
        <p:grpSpPr bwMode="auto">
          <a:xfrm>
            <a:off x="9354849" y="4030096"/>
            <a:ext cx="740008" cy="136752"/>
            <a:chOff x="5893" y="3385"/>
            <a:chExt cx="466" cy="115"/>
          </a:xfrm>
        </p:grpSpPr>
        <p:sp>
          <p:nvSpPr>
            <p:cNvPr id="28789" name="Rectangle 117"/>
            <p:cNvSpPr>
              <a:spLocks noChangeArrowheads="1"/>
            </p:cNvSpPr>
            <p:nvPr userDrawn="1"/>
          </p:nvSpPr>
          <p:spPr bwMode="auto">
            <a:xfrm flipV="1">
              <a:off x="6010" y="3385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90" name="Rectangle 118"/>
            <p:cNvSpPr>
              <a:spLocks noChangeArrowheads="1"/>
            </p:cNvSpPr>
            <p:nvPr userDrawn="1"/>
          </p:nvSpPr>
          <p:spPr bwMode="auto">
            <a:xfrm flipV="1">
              <a:off x="6126" y="3385"/>
              <a:ext cx="114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91" name="Rectangle 119"/>
            <p:cNvSpPr>
              <a:spLocks noChangeArrowheads="1"/>
            </p:cNvSpPr>
            <p:nvPr userDrawn="1"/>
          </p:nvSpPr>
          <p:spPr bwMode="auto">
            <a:xfrm flipV="1">
              <a:off x="6242" y="3385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92" name="Rectangle 120"/>
            <p:cNvSpPr>
              <a:spLocks noChangeArrowheads="1"/>
            </p:cNvSpPr>
            <p:nvPr userDrawn="1"/>
          </p:nvSpPr>
          <p:spPr bwMode="auto">
            <a:xfrm flipV="1">
              <a:off x="5893" y="3385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10" name="Group 121"/>
          <p:cNvGrpSpPr>
            <a:grpSpLocks/>
          </p:cNvGrpSpPr>
          <p:nvPr/>
        </p:nvGrpSpPr>
        <p:grpSpPr bwMode="auto">
          <a:xfrm>
            <a:off x="9354849" y="4192361"/>
            <a:ext cx="740008" cy="136752"/>
            <a:chOff x="5893" y="3521"/>
            <a:chExt cx="466" cy="115"/>
          </a:xfrm>
        </p:grpSpPr>
        <p:sp>
          <p:nvSpPr>
            <p:cNvPr id="28794" name="Rectangle 122"/>
            <p:cNvSpPr>
              <a:spLocks noChangeArrowheads="1"/>
            </p:cNvSpPr>
            <p:nvPr userDrawn="1"/>
          </p:nvSpPr>
          <p:spPr bwMode="auto">
            <a:xfrm flipV="1">
              <a:off x="6010" y="3521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95" name="Rectangle 123"/>
            <p:cNvSpPr>
              <a:spLocks noChangeArrowheads="1"/>
            </p:cNvSpPr>
            <p:nvPr userDrawn="1"/>
          </p:nvSpPr>
          <p:spPr bwMode="auto">
            <a:xfrm flipV="1">
              <a:off x="6126" y="3521"/>
              <a:ext cx="114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96" name="Rectangle 124"/>
            <p:cNvSpPr>
              <a:spLocks noChangeArrowheads="1"/>
            </p:cNvSpPr>
            <p:nvPr userDrawn="1"/>
          </p:nvSpPr>
          <p:spPr bwMode="auto">
            <a:xfrm flipV="1">
              <a:off x="6242" y="3521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797" name="Rectangle 125"/>
            <p:cNvSpPr>
              <a:spLocks noChangeArrowheads="1"/>
            </p:cNvSpPr>
            <p:nvPr userDrawn="1"/>
          </p:nvSpPr>
          <p:spPr bwMode="auto">
            <a:xfrm flipV="1">
              <a:off x="5893" y="3521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11" name="Group 126"/>
          <p:cNvGrpSpPr>
            <a:grpSpLocks/>
          </p:cNvGrpSpPr>
          <p:nvPr/>
        </p:nvGrpSpPr>
        <p:grpSpPr bwMode="auto">
          <a:xfrm>
            <a:off x="9354849" y="4354627"/>
            <a:ext cx="740008" cy="136752"/>
            <a:chOff x="5893" y="3657"/>
            <a:chExt cx="466" cy="115"/>
          </a:xfrm>
        </p:grpSpPr>
        <p:sp>
          <p:nvSpPr>
            <p:cNvPr id="28799" name="Rectangle 127"/>
            <p:cNvSpPr>
              <a:spLocks noChangeArrowheads="1"/>
            </p:cNvSpPr>
            <p:nvPr userDrawn="1"/>
          </p:nvSpPr>
          <p:spPr bwMode="auto">
            <a:xfrm flipV="1">
              <a:off x="6010" y="3657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00" name="Rectangle 128"/>
            <p:cNvSpPr>
              <a:spLocks noChangeArrowheads="1"/>
            </p:cNvSpPr>
            <p:nvPr userDrawn="1"/>
          </p:nvSpPr>
          <p:spPr bwMode="auto">
            <a:xfrm flipV="1">
              <a:off x="6126" y="3657"/>
              <a:ext cx="114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01" name="Rectangle 129"/>
            <p:cNvSpPr>
              <a:spLocks noChangeArrowheads="1"/>
            </p:cNvSpPr>
            <p:nvPr userDrawn="1"/>
          </p:nvSpPr>
          <p:spPr bwMode="auto">
            <a:xfrm flipV="1">
              <a:off x="6242" y="3657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02" name="Rectangle 130"/>
            <p:cNvSpPr>
              <a:spLocks noChangeArrowheads="1"/>
            </p:cNvSpPr>
            <p:nvPr userDrawn="1"/>
          </p:nvSpPr>
          <p:spPr bwMode="auto">
            <a:xfrm flipV="1">
              <a:off x="5893" y="3657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12" name="Group 131"/>
          <p:cNvGrpSpPr>
            <a:grpSpLocks/>
          </p:cNvGrpSpPr>
          <p:nvPr/>
        </p:nvGrpSpPr>
        <p:grpSpPr bwMode="auto">
          <a:xfrm>
            <a:off x="9354849" y="4624048"/>
            <a:ext cx="740008" cy="137772"/>
            <a:chOff x="5893" y="3884"/>
            <a:chExt cx="466" cy="115"/>
          </a:xfrm>
        </p:grpSpPr>
        <p:sp>
          <p:nvSpPr>
            <p:cNvPr id="28804" name="Rectangle 132"/>
            <p:cNvSpPr>
              <a:spLocks noChangeArrowheads="1"/>
            </p:cNvSpPr>
            <p:nvPr userDrawn="1"/>
          </p:nvSpPr>
          <p:spPr bwMode="auto">
            <a:xfrm flipV="1">
              <a:off x="6010" y="3884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05" name="Rectangle 133"/>
            <p:cNvSpPr>
              <a:spLocks noChangeArrowheads="1"/>
            </p:cNvSpPr>
            <p:nvPr userDrawn="1"/>
          </p:nvSpPr>
          <p:spPr bwMode="auto">
            <a:xfrm flipV="1">
              <a:off x="6126" y="3884"/>
              <a:ext cx="114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06" name="Rectangle 134"/>
            <p:cNvSpPr>
              <a:spLocks noChangeArrowheads="1"/>
            </p:cNvSpPr>
            <p:nvPr userDrawn="1"/>
          </p:nvSpPr>
          <p:spPr bwMode="auto">
            <a:xfrm flipV="1">
              <a:off x="6242" y="3884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07" name="Rectangle 135"/>
            <p:cNvSpPr>
              <a:spLocks noChangeArrowheads="1"/>
            </p:cNvSpPr>
            <p:nvPr userDrawn="1"/>
          </p:nvSpPr>
          <p:spPr bwMode="auto">
            <a:xfrm flipV="1">
              <a:off x="5893" y="3884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13" name="Group 136"/>
          <p:cNvGrpSpPr>
            <a:grpSpLocks/>
          </p:cNvGrpSpPr>
          <p:nvPr/>
        </p:nvGrpSpPr>
        <p:grpSpPr bwMode="auto">
          <a:xfrm>
            <a:off x="9354849" y="4793458"/>
            <a:ext cx="740008" cy="136752"/>
            <a:chOff x="5893" y="4026"/>
            <a:chExt cx="466" cy="115"/>
          </a:xfrm>
        </p:grpSpPr>
        <p:sp>
          <p:nvSpPr>
            <p:cNvPr id="28809" name="Rectangle 137"/>
            <p:cNvSpPr>
              <a:spLocks noChangeArrowheads="1"/>
            </p:cNvSpPr>
            <p:nvPr userDrawn="1"/>
          </p:nvSpPr>
          <p:spPr bwMode="auto">
            <a:xfrm flipV="1">
              <a:off x="6010" y="4026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10" name="Rectangle 138"/>
            <p:cNvSpPr>
              <a:spLocks noChangeArrowheads="1"/>
            </p:cNvSpPr>
            <p:nvPr userDrawn="1"/>
          </p:nvSpPr>
          <p:spPr bwMode="auto">
            <a:xfrm flipV="1">
              <a:off x="6126" y="4026"/>
              <a:ext cx="114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11" name="Rectangle 139"/>
            <p:cNvSpPr>
              <a:spLocks noChangeArrowheads="1"/>
            </p:cNvSpPr>
            <p:nvPr userDrawn="1"/>
          </p:nvSpPr>
          <p:spPr bwMode="auto">
            <a:xfrm flipV="1">
              <a:off x="6242" y="4026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12" name="Rectangle 140"/>
            <p:cNvSpPr>
              <a:spLocks noChangeArrowheads="1"/>
            </p:cNvSpPr>
            <p:nvPr userDrawn="1"/>
          </p:nvSpPr>
          <p:spPr bwMode="auto">
            <a:xfrm flipV="1">
              <a:off x="5893" y="4026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  <p:grpSp>
        <p:nvGrpSpPr>
          <p:cNvPr id="14" name="Group 141"/>
          <p:cNvGrpSpPr>
            <a:grpSpLocks/>
          </p:cNvGrpSpPr>
          <p:nvPr/>
        </p:nvGrpSpPr>
        <p:grpSpPr bwMode="auto">
          <a:xfrm>
            <a:off x="9354849" y="4961845"/>
            <a:ext cx="740008" cy="136752"/>
            <a:chOff x="5893" y="4167"/>
            <a:chExt cx="466" cy="115"/>
          </a:xfrm>
        </p:grpSpPr>
        <p:sp>
          <p:nvSpPr>
            <p:cNvPr id="28814" name="Rectangle 142"/>
            <p:cNvSpPr>
              <a:spLocks noChangeArrowheads="1"/>
            </p:cNvSpPr>
            <p:nvPr userDrawn="1"/>
          </p:nvSpPr>
          <p:spPr bwMode="auto">
            <a:xfrm flipV="1">
              <a:off x="6010" y="4167"/>
              <a:ext cx="116" cy="11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15" name="Rectangle 143"/>
            <p:cNvSpPr>
              <a:spLocks noChangeArrowheads="1"/>
            </p:cNvSpPr>
            <p:nvPr userDrawn="1"/>
          </p:nvSpPr>
          <p:spPr bwMode="auto">
            <a:xfrm flipV="1">
              <a:off x="6126" y="4167"/>
              <a:ext cx="114" cy="11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16" name="Rectangle 144"/>
            <p:cNvSpPr>
              <a:spLocks noChangeArrowheads="1"/>
            </p:cNvSpPr>
            <p:nvPr userDrawn="1"/>
          </p:nvSpPr>
          <p:spPr bwMode="auto">
            <a:xfrm flipV="1">
              <a:off x="6242" y="4167"/>
              <a:ext cx="117" cy="11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  <p:sp>
          <p:nvSpPr>
            <p:cNvPr id="28817" name="Rectangle 145"/>
            <p:cNvSpPr>
              <a:spLocks noChangeArrowheads="1"/>
            </p:cNvSpPr>
            <p:nvPr userDrawn="1"/>
          </p:nvSpPr>
          <p:spPr bwMode="auto">
            <a:xfrm flipV="1">
              <a:off x="5893" y="4167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lIns="91182" tIns="45586" rIns="91182" bIns="45586" anchor="ctr"/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ct val="50000"/>
                <a:buFont typeface="Wingdings" pitchFamily="2" charset="2"/>
                <a:buChar char="p"/>
                <a:defRPr/>
              </a:pPr>
              <a:endPara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hf sldNum="0" hdr="0" ftr="0"/>
  <p:txStyles>
    <p:titleStyle>
      <a:lvl1pPr algn="l" defTabSz="800963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+mj-lt"/>
          <a:ea typeface="+mj-ea"/>
          <a:cs typeface="+mj-cs"/>
        </a:defRPr>
      </a:lvl1pPr>
      <a:lvl2pPr algn="l" defTabSz="800963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2pPr>
      <a:lvl3pPr algn="l" defTabSz="800963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3pPr>
      <a:lvl4pPr algn="l" defTabSz="800963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4pPr>
      <a:lvl5pPr algn="l" defTabSz="800963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5pPr>
      <a:lvl6pPr marL="456968" algn="l" defTabSz="801281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6pPr>
      <a:lvl7pPr marL="913935" algn="l" defTabSz="801281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7pPr>
      <a:lvl8pPr marL="1370904" algn="l" defTabSz="801281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8pPr>
      <a:lvl9pPr marL="1827873" algn="l" defTabSz="801281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9pPr>
    </p:titleStyle>
    <p:bodyStyle>
      <a:lvl1pPr marL="299171" indent="-299171" algn="l" defTabSz="8009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bg2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51378" indent="-250216" algn="l" defTabSz="8009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2pPr>
      <a:lvl3pPr marL="1002224" indent="-201261" algn="l" defTabSz="8009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Light" pitchFamily="34" charset="0"/>
          <a:ea typeface="+mn-ea"/>
        </a:defRPr>
      </a:lvl3pPr>
      <a:lvl4pPr marL="1400665" indent="-199901" algn="l" defTabSz="8009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j-lt"/>
          <a:ea typeface="+mn-ea"/>
        </a:defRPr>
      </a:lvl4pPr>
      <a:lvl5pPr marL="1800465" indent="-199901" algn="l" defTabSz="8009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5pPr>
      <a:lvl6pPr marL="2259454" indent="-201511" algn="l" defTabSz="801281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6pPr>
      <a:lvl7pPr marL="2716421" indent="-201511" algn="l" defTabSz="801281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7pPr>
      <a:lvl8pPr marL="3173389" indent="-201511" algn="l" defTabSz="801281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8pPr>
      <a:lvl9pPr marL="3630358" indent="-201511" algn="l" defTabSz="801281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68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35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04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73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41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08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777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46" algn="l" defTabSz="9139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0" y="205979"/>
            <a:ext cx="8064500" cy="470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8309" tIns="39153" rIns="78309" bIns="39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885827"/>
            <a:ext cx="8064500" cy="3708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8309" tIns="39153" rIns="78309" bIns="39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458756" name="Picture 4" descr="7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0" y="4666060"/>
            <a:ext cx="9142413" cy="477440"/>
          </a:xfrm>
          <a:prstGeom prst="rect">
            <a:avLst/>
          </a:prstGeom>
          <a:noFill/>
        </p:spPr>
      </p:pic>
      <p:sp>
        <p:nvSpPr>
          <p:cNvPr id="458757" name="Text Box 5"/>
          <p:cNvSpPr txBox="1">
            <a:spLocks noChangeArrowheads="1"/>
          </p:cNvSpPr>
          <p:nvPr/>
        </p:nvSpPr>
        <p:spPr bwMode="auto">
          <a:xfrm>
            <a:off x="652465" y="4849417"/>
            <a:ext cx="2555675" cy="263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8315" tIns="39159" rIns="78315" bIns="39159">
            <a:spAutoFit/>
          </a:bodyPr>
          <a:lstStyle/>
          <a:p>
            <a:pPr defTabSz="784225" eaLnBrk="0" hangingPunct="0"/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TECHNOLOGIES Co., Ltd.</a:t>
            </a:r>
            <a:endParaRPr lang="en-US" altLang="zh-CN" sz="2100">
              <a:solidFill>
                <a:srgbClr val="000000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pic>
        <p:nvPicPr>
          <p:cNvPr id="458758" name="Picture 6" descr="8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08875" y="4800601"/>
            <a:ext cx="1309688" cy="232172"/>
          </a:xfrm>
          <a:prstGeom prst="rect">
            <a:avLst/>
          </a:prstGeom>
          <a:noFill/>
        </p:spPr>
      </p:pic>
      <p:sp>
        <p:nvSpPr>
          <p:cNvPr id="458759" name="Rectangle 7"/>
          <p:cNvSpPr>
            <a:spLocks noChangeArrowheads="1"/>
          </p:cNvSpPr>
          <p:nvPr/>
        </p:nvSpPr>
        <p:spPr bwMode="auto">
          <a:xfrm>
            <a:off x="3660777" y="4850607"/>
            <a:ext cx="1704083" cy="2637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78309" tIns="39153" rIns="78309" bIns="39153">
            <a:spAutoFit/>
          </a:bodyPr>
          <a:lstStyle/>
          <a:p>
            <a:pPr defTabSz="784225" eaLnBrk="0" hangingPunct="0"/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1" r:id="rId14"/>
    <p:sldLayoutId id="2147483934" r:id="rId15"/>
  </p:sldLayoutIdLst>
  <p:txStyles>
    <p:titleStyle>
      <a:lvl1pPr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+mj-lt"/>
          <a:ea typeface="+mj-ea"/>
          <a:cs typeface="+mj-cs"/>
        </a:defRPr>
      </a:lvl1pPr>
      <a:lvl2pPr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itchFamily="34" charset="0"/>
          <a:ea typeface="黑体" pitchFamily="2" charset="-122"/>
        </a:defRPr>
      </a:lvl2pPr>
      <a:lvl3pPr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itchFamily="34" charset="0"/>
          <a:ea typeface="黑体" pitchFamily="2" charset="-122"/>
        </a:defRPr>
      </a:lvl3pPr>
      <a:lvl4pPr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itchFamily="34" charset="0"/>
          <a:ea typeface="黑体" pitchFamily="2" charset="-122"/>
        </a:defRPr>
      </a:lvl4pPr>
      <a:lvl5pPr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itchFamily="34" charset="0"/>
          <a:ea typeface="黑体" pitchFamily="2" charset="-122"/>
        </a:defRPr>
      </a:lvl5pPr>
      <a:lvl6pPr marL="457200"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itchFamily="34" charset="0"/>
          <a:ea typeface="黑体" pitchFamily="2" charset="-122"/>
        </a:defRPr>
      </a:lvl6pPr>
      <a:lvl7pPr marL="914400"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itchFamily="34" charset="0"/>
          <a:ea typeface="黑体" pitchFamily="2" charset="-122"/>
        </a:defRPr>
      </a:lvl7pPr>
      <a:lvl8pPr marL="1371600"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itchFamily="34" charset="0"/>
          <a:ea typeface="黑体" pitchFamily="2" charset="-122"/>
        </a:defRPr>
      </a:lvl8pPr>
      <a:lvl9pPr marL="1828800"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itchFamily="34" charset="0"/>
          <a:ea typeface="黑体" pitchFamily="2" charset="-122"/>
        </a:defRPr>
      </a:lvl9pPr>
    </p:titleStyle>
    <p:bodyStyle>
      <a:lvl1pPr marL="293688" indent="-293688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+mn-lt"/>
          <a:ea typeface="+mn-ea"/>
          <a:cs typeface="+mn-cs"/>
        </a:defRPr>
      </a:lvl1pPr>
      <a:lvl2pPr marL="636588" indent="-244475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华文细黑" pitchFamily="2" charset="-122"/>
        </a:defRPr>
      </a:lvl2pPr>
      <a:lvl3pPr marL="979488" indent="-195263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华文细黑" pitchFamily="2" charset="-122"/>
        </a:defRPr>
      </a:lvl3pPr>
      <a:lvl4pPr marL="1371600" indent="-196850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华文细黑" pitchFamily="2" charset="-122"/>
        </a:defRPr>
      </a:lvl4pPr>
      <a:lvl5pPr marL="1762125" indent="-195263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华文细黑" pitchFamily="2" charset="-122"/>
        </a:defRPr>
      </a:lvl5pPr>
      <a:lvl6pPr marL="2219325" indent="-195263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华文细黑" pitchFamily="2" charset="-122"/>
        </a:defRPr>
      </a:lvl6pPr>
      <a:lvl7pPr marL="2676525" indent="-195263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华文细黑" pitchFamily="2" charset="-122"/>
        </a:defRPr>
      </a:lvl7pPr>
      <a:lvl8pPr marL="3133725" indent="-195263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华文细黑" pitchFamily="2" charset="-122"/>
        </a:defRPr>
      </a:lvl8pPr>
      <a:lvl9pPr marL="3590925" indent="-195263" algn="l" defTabSz="7842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华文细黑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9" descr="d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68442"/>
            <a:ext cx="9150350" cy="4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4" name="Text Box 8"/>
          <p:cNvSpPr txBox="1">
            <a:spLocks noChangeArrowheads="1"/>
          </p:cNvSpPr>
          <p:nvPr/>
        </p:nvSpPr>
        <p:spPr bwMode="auto">
          <a:xfrm>
            <a:off x="755650" y="4838701"/>
            <a:ext cx="253233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80114" bIns="0">
            <a:spAutoFit/>
          </a:bodyPr>
          <a:lstStyle>
            <a:lvl1pPr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</a:p>
        </p:txBody>
      </p:sp>
      <p:pic>
        <p:nvPicPr>
          <p:cNvPr id="8196" name="Picture 9" descr="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08878" y="4789886"/>
            <a:ext cx="1311275" cy="234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44080"/>
            <a:ext cx="7632700" cy="65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199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221583"/>
            <a:ext cx="7632700" cy="314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49" name="Rectangle 15"/>
          <p:cNvSpPr>
            <a:spLocks noChangeArrowheads="1"/>
          </p:cNvSpPr>
          <p:nvPr/>
        </p:nvSpPr>
        <p:spPr bwMode="auto">
          <a:xfrm>
            <a:off x="-1952625" y="519112"/>
            <a:ext cx="1844675" cy="5523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:32-35pt 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R153 G0 B0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ea typeface="宋体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 LT Medium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Arial</a:t>
            </a:r>
          </a:p>
          <a:p>
            <a:pPr marL="342900" indent="-342900" algn="r" eaLnBrk="0" hangingPunct="0">
              <a:lnSpc>
                <a:spcPct val="7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en-US" altLang="zh-CN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:30-32pt 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R153 G0 B0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黑体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英文正文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:20-22pt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子目录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) :18pt  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黑色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ea typeface="宋体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 LT Regular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 Arial</a:t>
            </a:r>
          </a:p>
          <a:p>
            <a:pPr marL="342900" indent="-342900" algn="r" eaLnBrk="0" hangingPunct="0">
              <a:lnSpc>
                <a:spcPct val="75000"/>
              </a:lnSpc>
              <a:spcBef>
                <a:spcPct val="20000"/>
              </a:spcBef>
              <a:buFont typeface="Arial" charset="0"/>
              <a:buNone/>
              <a:defRPr/>
            </a:pPr>
            <a:endParaRPr lang="en-US" altLang="zh-CN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中文正文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:18-20pt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子目录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):18pt </a:t>
            </a:r>
            <a:endParaRPr lang="zh-CN" altLang="en-US" sz="1100" dirty="0">
              <a:solidFill>
                <a:srgbClr val="FFFFFF"/>
              </a:solidFill>
              <a:ea typeface="宋体" charset="-122"/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黑色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ea typeface="宋体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ea typeface="宋体" charset="-122"/>
              </a:rPr>
              <a:t>细黑体</a:t>
            </a:r>
            <a:r>
              <a:rPr lang="zh-CN" altLang="en-US" sz="1100" b="1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324978" y="2633663"/>
            <a:ext cx="919163" cy="2418159"/>
            <a:chOff x="5839" y="2251"/>
            <a:chExt cx="579" cy="2031"/>
          </a:xfrm>
        </p:grpSpPr>
        <p:sp>
          <p:nvSpPr>
            <p:cNvPr id="10253" name="Rectangle 17"/>
            <p:cNvSpPr>
              <a:spLocks noChangeArrowheads="1"/>
            </p:cNvSpPr>
            <p:nvPr userDrawn="1"/>
          </p:nvSpPr>
          <p:spPr bwMode="auto">
            <a:xfrm>
              <a:off x="5839" y="3104"/>
              <a:ext cx="579" cy="31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lIns="91425" tIns="45712" rIns="91425" bIns="45712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5893" y="2387"/>
              <a:ext cx="466" cy="115"/>
              <a:chOff x="5893" y="2387"/>
              <a:chExt cx="466" cy="115"/>
            </a:xfrm>
          </p:grpSpPr>
          <p:sp>
            <p:nvSpPr>
              <p:cNvPr id="10315" name="Rectangle 19"/>
              <p:cNvSpPr>
                <a:spLocks noChangeArrowheads="1"/>
              </p:cNvSpPr>
              <p:nvPr userDrawn="1"/>
            </p:nvSpPr>
            <p:spPr bwMode="auto">
              <a:xfrm flipV="1">
                <a:off x="6010" y="2387"/>
                <a:ext cx="116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6" name="Rectangle 20"/>
              <p:cNvSpPr>
                <a:spLocks noChangeArrowheads="1"/>
              </p:cNvSpPr>
              <p:nvPr userDrawn="1"/>
            </p:nvSpPr>
            <p:spPr bwMode="auto">
              <a:xfrm flipV="1">
                <a:off x="6126" y="2387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7" name="Rectangle 21"/>
              <p:cNvSpPr>
                <a:spLocks noChangeArrowheads="1"/>
              </p:cNvSpPr>
              <p:nvPr userDrawn="1"/>
            </p:nvSpPr>
            <p:spPr bwMode="auto">
              <a:xfrm flipV="1">
                <a:off x="6242" y="2387"/>
                <a:ext cx="117" cy="115"/>
              </a:xfrm>
              <a:prstGeom prst="rect">
                <a:avLst/>
              </a:prstGeom>
              <a:solidFill>
                <a:srgbClr val="99660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8" name="Rectangle 22"/>
              <p:cNvSpPr>
                <a:spLocks noChangeArrowheads="1"/>
              </p:cNvSpPr>
              <p:nvPr userDrawn="1"/>
            </p:nvSpPr>
            <p:spPr bwMode="auto">
              <a:xfrm flipV="1">
                <a:off x="5893" y="2387"/>
                <a:ext cx="117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4" name="Group 23"/>
            <p:cNvGrpSpPr>
              <a:grpSpLocks/>
            </p:cNvGrpSpPr>
            <p:nvPr userDrawn="1"/>
          </p:nvGrpSpPr>
          <p:grpSpPr bwMode="auto">
            <a:xfrm>
              <a:off x="5893" y="2523"/>
              <a:ext cx="466" cy="115"/>
              <a:chOff x="5893" y="2523"/>
              <a:chExt cx="466" cy="115"/>
            </a:xfrm>
          </p:grpSpPr>
          <p:sp>
            <p:nvSpPr>
              <p:cNvPr id="10311" name="Rectangle 24"/>
              <p:cNvSpPr>
                <a:spLocks noChangeArrowheads="1"/>
              </p:cNvSpPr>
              <p:nvPr userDrawn="1"/>
            </p:nvSpPr>
            <p:spPr bwMode="auto">
              <a:xfrm flipV="1">
                <a:off x="6010" y="2523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2" name="Rectangle 25"/>
              <p:cNvSpPr>
                <a:spLocks noChangeArrowheads="1"/>
              </p:cNvSpPr>
              <p:nvPr userDrawn="1"/>
            </p:nvSpPr>
            <p:spPr bwMode="auto">
              <a:xfrm flipV="1">
                <a:off x="6126" y="2523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3" name="Rectangle 26"/>
              <p:cNvSpPr>
                <a:spLocks noChangeArrowheads="1"/>
              </p:cNvSpPr>
              <p:nvPr userDrawn="1"/>
            </p:nvSpPr>
            <p:spPr bwMode="auto">
              <a:xfrm flipV="1">
                <a:off x="6242" y="2523"/>
                <a:ext cx="117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4" name="Rectangle 27"/>
              <p:cNvSpPr>
                <a:spLocks noChangeArrowheads="1"/>
              </p:cNvSpPr>
              <p:nvPr userDrawn="1"/>
            </p:nvSpPr>
            <p:spPr bwMode="auto">
              <a:xfrm flipV="1">
                <a:off x="5893" y="2523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5" name="Group 28"/>
            <p:cNvGrpSpPr>
              <a:grpSpLocks/>
            </p:cNvGrpSpPr>
            <p:nvPr userDrawn="1"/>
          </p:nvGrpSpPr>
          <p:grpSpPr bwMode="auto">
            <a:xfrm>
              <a:off x="5893" y="2659"/>
              <a:ext cx="466" cy="115"/>
              <a:chOff x="5893" y="2659"/>
              <a:chExt cx="466" cy="115"/>
            </a:xfrm>
          </p:grpSpPr>
          <p:sp>
            <p:nvSpPr>
              <p:cNvPr id="10307" name="Rectangle 29"/>
              <p:cNvSpPr>
                <a:spLocks noChangeArrowheads="1"/>
              </p:cNvSpPr>
              <p:nvPr userDrawn="1"/>
            </p:nvSpPr>
            <p:spPr bwMode="auto">
              <a:xfrm flipV="1">
                <a:off x="6010" y="2659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8" name="Rectangle 30"/>
              <p:cNvSpPr>
                <a:spLocks noChangeArrowheads="1"/>
              </p:cNvSpPr>
              <p:nvPr userDrawn="1"/>
            </p:nvSpPr>
            <p:spPr bwMode="auto">
              <a:xfrm flipV="1">
                <a:off x="6126" y="2659"/>
                <a:ext cx="116" cy="115"/>
              </a:xfrm>
              <a:prstGeom prst="rect">
                <a:avLst/>
              </a:prstGeom>
              <a:solidFill>
                <a:srgbClr val="0099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9" name="Rectangle 31"/>
              <p:cNvSpPr>
                <a:spLocks noChangeArrowheads="1"/>
              </p:cNvSpPr>
              <p:nvPr userDrawn="1"/>
            </p:nvSpPr>
            <p:spPr bwMode="auto">
              <a:xfrm flipV="1">
                <a:off x="6242" y="2659"/>
                <a:ext cx="117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10" name="Rectangle 32"/>
              <p:cNvSpPr>
                <a:spLocks noChangeArrowheads="1"/>
              </p:cNvSpPr>
              <p:nvPr userDrawn="1"/>
            </p:nvSpPr>
            <p:spPr bwMode="auto">
              <a:xfrm flipV="1">
                <a:off x="5893" y="2659"/>
                <a:ext cx="117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6" name="Group 33"/>
            <p:cNvGrpSpPr>
              <a:grpSpLocks/>
            </p:cNvGrpSpPr>
            <p:nvPr userDrawn="1"/>
          </p:nvGrpSpPr>
          <p:grpSpPr bwMode="auto">
            <a:xfrm>
              <a:off x="5893" y="2251"/>
              <a:ext cx="466" cy="119"/>
              <a:chOff x="5893" y="2251"/>
              <a:chExt cx="466" cy="119"/>
            </a:xfrm>
          </p:grpSpPr>
          <p:sp>
            <p:nvSpPr>
              <p:cNvPr id="10303" name="Rectangle 34"/>
              <p:cNvSpPr>
                <a:spLocks noChangeArrowheads="1"/>
              </p:cNvSpPr>
              <p:nvPr userDrawn="1"/>
            </p:nvSpPr>
            <p:spPr bwMode="auto">
              <a:xfrm flipV="1">
                <a:off x="6126" y="2251"/>
                <a:ext cx="116" cy="119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4" name="Rectangle 35"/>
              <p:cNvSpPr>
                <a:spLocks noChangeArrowheads="1"/>
              </p:cNvSpPr>
              <p:nvPr userDrawn="1"/>
            </p:nvSpPr>
            <p:spPr bwMode="auto">
              <a:xfrm flipV="1">
                <a:off x="6242" y="2251"/>
                <a:ext cx="117" cy="119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5" name="Rectangle 36"/>
              <p:cNvSpPr>
                <a:spLocks noChangeArrowheads="1"/>
              </p:cNvSpPr>
              <p:nvPr userDrawn="1"/>
            </p:nvSpPr>
            <p:spPr bwMode="auto">
              <a:xfrm flipV="1">
                <a:off x="5893" y="2251"/>
                <a:ext cx="117" cy="119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6" name="Rectangle 37"/>
              <p:cNvSpPr>
                <a:spLocks noChangeArrowheads="1"/>
              </p:cNvSpPr>
              <p:nvPr userDrawn="1"/>
            </p:nvSpPr>
            <p:spPr bwMode="auto">
              <a:xfrm flipV="1">
                <a:off x="6010" y="2251"/>
                <a:ext cx="116" cy="119"/>
              </a:xfrm>
              <a:prstGeom prst="rect">
                <a:avLst/>
              </a:prstGeom>
              <a:solidFill>
                <a:srgbClr val="66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7" name="Group 38"/>
            <p:cNvGrpSpPr>
              <a:grpSpLocks/>
            </p:cNvGrpSpPr>
            <p:nvPr userDrawn="1"/>
          </p:nvGrpSpPr>
          <p:grpSpPr bwMode="auto">
            <a:xfrm>
              <a:off x="5893" y="2886"/>
              <a:ext cx="466" cy="115"/>
              <a:chOff x="5893" y="2886"/>
              <a:chExt cx="466" cy="115"/>
            </a:xfrm>
          </p:grpSpPr>
          <p:sp>
            <p:nvSpPr>
              <p:cNvPr id="10299" name="Rectangle 39"/>
              <p:cNvSpPr>
                <a:spLocks noChangeArrowheads="1"/>
              </p:cNvSpPr>
              <p:nvPr userDrawn="1"/>
            </p:nvSpPr>
            <p:spPr bwMode="auto">
              <a:xfrm flipV="1">
                <a:off x="6010" y="2886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0" name="Rectangle 40"/>
              <p:cNvSpPr>
                <a:spLocks noChangeArrowheads="1"/>
              </p:cNvSpPr>
              <p:nvPr userDrawn="1"/>
            </p:nvSpPr>
            <p:spPr bwMode="auto">
              <a:xfrm flipV="1">
                <a:off x="6126" y="2886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1" name="Rectangle 41"/>
              <p:cNvSpPr>
                <a:spLocks noChangeArrowheads="1"/>
              </p:cNvSpPr>
              <p:nvPr userDrawn="1"/>
            </p:nvSpPr>
            <p:spPr bwMode="auto">
              <a:xfrm flipV="1">
                <a:off x="6242" y="2886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302" name="Rectangle 42"/>
              <p:cNvSpPr>
                <a:spLocks noChangeArrowheads="1"/>
              </p:cNvSpPr>
              <p:nvPr userDrawn="1"/>
            </p:nvSpPr>
            <p:spPr bwMode="auto">
              <a:xfrm flipV="1">
                <a:off x="5893" y="2886"/>
                <a:ext cx="117" cy="115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8" name="Group 43"/>
            <p:cNvGrpSpPr>
              <a:grpSpLocks/>
            </p:cNvGrpSpPr>
            <p:nvPr userDrawn="1"/>
          </p:nvGrpSpPr>
          <p:grpSpPr bwMode="auto">
            <a:xfrm>
              <a:off x="5893" y="3022"/>
              <a:ext cx="466" cy="115"/>
              <a:chOff x="5893" y="3022"/>
              <a:chExt cx="466" cy="115"/>
            </a:xfrm>
          </p:grpSpPr>
          <p:sp>
            <p:nvSpPr>
              <p:cNvPr id="10295" name="Rectangle 44"/>
              <p:cNvSpPr>
                <a:spLocks noChangeArrowheads="1"/>
              </p:cNvSpPr>
              <p:nvPr userDrawn="1"/>
            </p:nvSpPr>
            <p:spPr bwMode="auto">
              <a:xfrm flipV="1">
                <a:off x="6010" y="3022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6" name="Rectangle 45"/>
              <p:cNvSpPr>
                <a:spLocks noChangeArrowheads="1"/>
              </p:cNvSpPr>
              <p:nvPr userDrawn="1"/>
            </p:nvSpPr>
            <p:spPr bwMode="auto">
              <a:xfrm flipV="1">
                <a:off x="6126" y="3022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7" name="Rectangle 46"/>
              <p:cNvSpPr>
                <a:spLocks noChangeArrowheads="1"/>
              </p:cNvSpPr>
              <p:nvPr userDrawn="1"/>
            </p:nvSpPr>
            <p:spPr bwMode="auto">
              <a:xfrm flipV="1">
                <a:off x="6242" y="3022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8" name="Rectangle 47"/>
              <p:cNvSpPr>
                <a:spLocks noChangeArrowheads="1"/>
              </p:cNvSpPr>
              <p:nvPr userDrawn="1"/>
            </p:nvSpPr>
            <p:spPr bwMode="auto">
              <a:xfrm flipV="1">
                <a:off x="5893" y="3022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9" name="Group 48"/>
            <p:cNvGrpSpPr>
              <a:grpSpLocks/>
            </p:cNvGrpSpPr>
            <p:nvPr userDrawn="1"/>
          </p:nvGrpSpPr>
          <p:grpSpPr bwMode="auto">
            <a:xfrm>
              <a:off x="5893" y="3158"/>
              <a:ext cx="466" cy="115"/>
              <a:chOff x="5893" y="3158"/>
              <a:chExt cx="466" cy="115"/>
            </a:xfrm>
          </p:grpSpPr>
          <p:sp>
            <p:nvSpPr>
              <p:cNvPr id="10291" name="Rectangle 49"/>
              <p:cNvSpPr>
                <a:spLocks noChangeArrowheads="1"/>
              </p:cNvSpPr>
              <p:nvPr userDrawn="1"/>
            </p:nvSpPr>
            <p:spPr bwMode="auto">
              <a:xfrm flipV="1">
                <a:off x="6010" y="3158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2" name="Rectangle 50"/>
              <p:cNvSpPr>
                <a:spLocks noChangeArrowheads="1"/>
              </p:cNvSpPr>
              <p:nvPr userDrawn="1"/>
            </p:nvSpPr>
            <p:spPr bwMode="auto">
              <a:xfrm flipV="1">
                <a:off x="6126" y="3158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3" name="Rectangle 51"/>
              <p:cNvSpPr>
                <a:spLocks noChangeArrowheads="1"/>
              </p:cNvSpPr>
              <p:nvPr userDrawn="1"/>
            </p:nvSpPr>
            <p:spPr bwMode="auto">
              <a:xfrm flipV="1">
                <a:off x="6242" y="3158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4" name="Rectangle 52"/>
              <p:cNvSpPr>
                <a:spLocks noChangeArrowheads="1"/>
              </p:cNvSpPr>
              <p:nvPr userDrawn="1"/>
            </p:nvSpPr>
            <p:spPr bwMode="auto">
              <a:xfrm flipV="1">
                <a:off x="5893" y="3158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0" name="Group 53"/>
            <p:cNvGrpSpPr>
              <a:grpSpLocks/>
            </p:cNvGrpSpPr>
            <p:nvPr userDrawn="1"/>
          </p:nvGrpSpPr>
          <p:grpSpPr bwMode="auto">
            <a:xfrm>
              <a:off x="5893" y="3385"/>
              <a:ext cx="466" cy="115"/>
              <a:chOff x="5893" y="3385"/>
              <a:chExt cx="466" cy="115"/>
            </a:xfrm>
          </p:grpSpPr>
          <p:sp>
            <p:nvSpPr>
              <p:cNvPr id="10287" name="Rectangle 54"/>
              <p:cNvSpPr>
                <a:spLocks noChangeArrowheads="1"/>
              </p:cNvSpPr>
              <p:nvPr userDrawn="1"/>
            </p:nvSpPr>
            <p:spPr bwMode="auto">
              <a:xfrm flipV="1">
                <a:off x="6010" y="3385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8" name="Rectangle 55"/>
              <p:cNvSpPr>
                <a:spLocks noChangeArrowheads="1"/>
              </p:cNvSpPr>
              <p:nvPr userDrawn="1"/>
            </p:nvSpPr>
            <p:spPr bwMode="auto">
              <a:xfrm flipV="1">
                <a:off x="6126" y="3385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9" name="Rectangle 56"/>
              <p:cNvSpPr>
                <a:spLocks noChangeArrowheads="1"/>
              </p:cNvSpPr>
              <p:nvPr userDrawn="1"/>
            </p:nvSpPr>
            <p:spPr bwMode="auto">
              <a:xfrm flipV="1">
                <a:off x="6242" y="3385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90" name="Rectangle 57"/>
              <p:cNvSpPr>
                <a:spLocks noChangeArrowheads="1"/>
              </p:cNvSpPr>
              <p:nvPr userDrawn="1"/>
            </p:nvSpPr>
            <p:spPr bwMode="auto">
              <a:xfrm flipV="1">
                <a:off x="5893" y="3385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1" name="Group 58"/>
            <p:cNvGrpSpPr>
              <a:grpSpLocks/>
            </p:cNvGrpSpPr>
            <p:nvPr userDrawn="1"/>
          </p:nvGrpSpPr>
          <p:grpSpPr bwMode="auto">
            <a:xfrm>
              <a:off x="5893" y="3521"/>
              <a:ext cx="466" cy="115"/>
              <a:chOff x="5893" y="3521"/>
              <a:chExt cx="466" cy="115"/>
            </a:xfrm>
          </p:grpSpPr>
          <p:sp>
            <p:nvSpPr>
              <p:cNvPr id="10283" name="Rectangle 59"/>
              <p:cNvSpPr>
                <a:spLocks noChangeArrowheads="1"/>
              </p:cNvSpPr>
              <p:nvPr userDrawn="1"/>
            </p:nvSpPr>
            <p:spPr bwMode="auto">
              <a:xfrm flipV="1">
                <a:off x="6010" y="3521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4" name="Rectangle 60"/>
              <p:cNvSpPr>
                <a:spLocks noChangeArrowheads="1"/>
              </p:cNvSpPr>
              <p:nvPr userDrawn="1"/>
            </p:nvSpPr>
            <p:spPr bwMode="auto">
              <a:xfrm flipV="1">
                <a:off x="6126" y="3521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5" name="Rectangle 61"/>
              <p:cNvSpPr>
                <a:spLocks noChangeArrowheads="1"/>
              </p:cNvSpPr>
              <p:nvPr userDrawn="1"/>
            </p:nvSpPr>
            <p:spPr bwMode="auto">
              <a:xfrm flipV="1">
                <a:off x="6242" y="3521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6" name="Rectangle 62"/>
              <p:cNvSpPr>
                <a:spLocks noChangeArrowheads="1"/>
              </p:cNvSpPr>
              <p:nvPr userDrawn="1"/>
            </p:nvSpPr>
            <p:spPr bwMode="auto">
              <a:xfrm flipV="1">
                <a:off x="5893" y="3521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2" name="Group 63"/>
            <p:cNvGrpSpPr>
              <a:grpSpLocks/>
            </p:cNvGrpSpPr>
            <p:nvPr userDrawn="1"/>
          </p:nvGrpSpPr>
          <p:grpSpPr bwMode="auto">
            <a:xfrm>
              <a:off x="5893" y="3657"/>
              <a:ext cx="466" cy="115"/>
              <a:chOff x="5893" y="3657"/>
              <a:chExt cx="466" cy="115"/>
            </a:xfrm>
          </p:grpSpPr>
          <p:sp>
            <p:nvSpPr>
              <p:cNvPr id="10279" name="Rectangle 64"/>
              <p:cNvSpPr>
                <a:spLocks noChangeArrowheads="1"/>
              </p:cNvSpPr>
              <p:nvPr userDrawn="1"/>
            </p:nvSpPr>
            <p:spPr bwMode="auto">
              <a:xfrm flipV="1">
                <a:off x="6010" y="3657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0" name="Rectangle 65"/>
              <p:cNvSpPr>
                <a:spLocks noChangeArrowheads="1"/>
              </p:cNvSpPr>
              <p:nvPr userDrawn="1"/>
            </p:nvSpPr>
            <p:spPr bwMode="auto">
              <a:xfrm flipV="1">
                <a:off x="6126" y="3657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1" name="Rectangle 66"/>
              <p:cNvSpPr>
                <a:spLocks noChangeArrowheads="1"/>
              </p:cNvSpPr>
              <p:nvPr userDrawn="1"/>
            </p:nvSpPr>
            <p:spPr bwMode="auto">
              <a:xfrm flipV="1">
                <a:off x="6242" y="3657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82" name="Rectangle 67"/>
              <p:cNvSpPr>
                <a:spLocks noChangeArrowheads="1"/>
              </p:cNvSpPr>
              <p:nvPr userDrawn="1"/>
            </p:nvSpPr>
            <p:spPr bwMode="auto">
              <a:xfrm flipV="1">
                <a:off x="5893" y="3657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3" name="Group 68"/>
            <p:cNvGrpSpPr>
              <a:grpSpLocks/>
            </p:cNvGrpSpPr>
            <p:nvPr userDrawn="1"/>
          </p:nvGrpSpPr>
          <p:grpSpPr bwMode="auto">
            <a:xfrm>
              <a:off x="5893" y="3884"/>
              <a:ext cx="466" cy="115"/>
              <a:chOff x="5893" y="3884"/>
              <a:chExt cx="466" cy="115"/>
            </a:xfrm>
          </p:grpSpPr>
          <p:sp>
            <p:nvSpPr>
              <p:cNvPr id="10275" name="Rectangle 69"/>
              <p:cNvSpPr>
                <a:spLocks noChangeArrowheads="1"/>
              </p:cNvSpPr>
              <p:nvPr userDrawn="1"/>
            </p:nvSpPr>
            <p:spPr bwMode="auto">
              <a:xfrm flipV="1">
                <a:off x="6010" y="3884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6" name="Rectangle 70"/>
              <p:cNvSpPr>
                <a:spLocks noChangeArrowheads="1"/>
              </p:cNvSpPr>
              <p:nvPr userDrawn="1"/>
            </p:nvSpPr>
            <p:spPr bwMode="auto">
              <a:xfrm flipV="1">
                <a:off x="6126" y="3884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7" name="Rectangle 71"/>
              <p:cNvSpPr>
                <a:spLocks noChangeArrowheads="1"/>
              </p:cNvSpPr>
              <p:nvPr userDrawn="1"/>
            </p:nvSpPr>
            <p:spPr bwMode="auto">
              <a:xfrm flipV="1">
                <a:off x="6242" y="3884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8" name="Rectangle 72"/>
              <p:cNvSpPr>
                <a:spLocks noChangeArrowheads="1"/>
              </p:cNvSpPr>
              <p:nvPr userDrawn="1"/>
            </p:nvSpPr>
            <p:spPr bwMode="auto">
              <a:xfrm flipV="1">
                <a:off x="5893" y="3884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4" name="Group 73"/>
            <p:cNvGrpSpPr>
              <a:grpSpLocks/>
            </p:cNvGrpSpPr>
            <p:nvPr userDrawn="1"/>
          </p:nvGrpSpPr>
          <p:grpSpPr bwMode="auto">
            <a:xfrm>
              <a:off x="5893" y="4026"/>
              <a:ext cx="466" cy="115"/>
              <a:chOff x="5893" y="4026"/>
              <a:chExt cx="466" cy="115"/>
            </a:xfrm>
          </p:grpSpPr>
          <p:sp>
            <p:nvSpPr>
              <p:cNvPr id="10271" name="Rectangle 74"/>
              <p:cNvSpPr>
                <a:spLocks noChangeArrowheads="1"/>
              </p:cNvSpPr>
              <p:nvPr userDrawn="1"/>
            </p:nvSpPr>
            <p:spPr bwMode="auto">
              <a:xfrm flipV="1">
                <a:off x="6010" y="4026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2" name="Rectangle 75"/>
              <p:cNvSpPr>
                <a:spLocks noChangeArrowheads="1"/>
              </p:cNvSpPr>
              <p:nvPr userDrawn="1"/>
            </p:nvSpPr>
            <p:spPr bwMode="auto">
              <a:xfrm flipV="1">
                <a:off x="6126" y="4026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3" name="Rectangle 76"/>
              <p:cNvSpPr>
                <a:spLocks noChangeArrowheads="1"/>
              </p:cNvSpPr>
              <p:nvPr userDrawn="1"/>
            </p:nvSpPr>
            <p:spPr bwMode="auto">
              <a:xfrm flipV="1">
                <a:off x="6242" y="4026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4" name="Rectangle 77"/>
              <p:cNvSpPr>
                <a:spLocks noChangeArrowheads="1"/>
              </p:cNvSpPr>
              <p:nvPr userDrawn="1"/>
            </p:nvSpPr>
            <p:spPr bwMode="auto">
              <a:xfrm flipV="1">
                <a:off x="5893" y="4026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5" name="Group 78"/>
            <p:cNvGrpSpPr>
              <a:grpSpLocks/>
            </p:cNvGrpSpPr>
            <p:nvPr userDrawn="1"/>
          </p:nvGrpSpPr>
          <p:grpSpPr bwMode="auto">
            <a:xfrm>
              <a:off x="5893" y="4167"/>
              <a:ext cx="466" cy="115"/>
              <a:chOff x="5893" y="4167"/>
              <a:chExt cx="466" cy="115"/>
            </a:xfrm>
          </p:grpSpPr>
          <p:sp>
            <p:nvSpPr>
              <p:cNvPr id="10267" name="Rectangle 79"/>
              <p:cNvSpPr>
                <a:spLocks noChangeArrowheads="1"/>
              </p:cNvSpPr>
              <p:nvPr userDrawn="1"/>
            </p:nvSpPr>
            <p:spPr bwMode="auto">
              <a:xfrm flipV="1">
                <a:off x="6010" y="4167"/>
                <a:ext cx="116" cy="115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68" name="Rectangle 80"/>
              <p:cNvSpPr>
                <a:spLocks noChangeArrowheads="1"/>
              </p:cNvSpPr>
              <p:nvPr userDrawn="1"/>
            </p:nvSpPr>
            <p:spPr bwMode="auto">
              <a:xfrm flipV="1">
                <a:off x="6126" y="4167"/>
                <a:ext cx="116" cy="11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69" name="Rectangle 81"/>
              <p:cNvSpPr>
                <a:spLocks noChangeArrowheads="1"/>
              </p:cNvSpPr>
              <p:nvPr userDrawn="1"/>
            </p:nvSpPr>
            <p:spPr bwMode="auto">
              <a:xfrm flipV="1">
                <a:off x="6242" y="4167"/>
                <a:ext cx="117" cy="115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270" name="Rectangle 82"/>
              <p:cNvSpPr>
                <a:spLocks noChangeArrowheads="1"/>
              </p:cNvSpPr>
              <p:nvPr userDrawn="1"/>
            </p:nvSpPr>
            <p:spPr bwMode="auto">
              <a:xfrm flipV="1">
                <a:off x="5893" y="4167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sp>
        <p:nvSpPr>
          <p:cNvPr id="10251" name="Rectangle 83"/>
          <p:cNvSpPr>
            <a:spLocks noChangeArrowheads="1"/>
          </p:cNvSpPr>
          <p:nvPr/>
        </p:nvSpPr>
        <p:spPr bwMode="auto">
          <a:xfrm>
            <a:off x="9251953" y="1006079"/>
            <a:ext cx="1192213" cy="1739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配色参考方案：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建议同一页面内不超过四种颜色，以下是</a:t>
            </a:r>
            <a:r>
              <a:rPr lang="en-US" altLang="zh-CN" sz="1100">
                <a:solidFill>
                  <a:srgbClr val="FFFFFF"/>
                </a:solidFill>
                <a:ea typeface="宋体" charset="-122"/>
              </a:rPr>
              <a:t>13</a:t>
            </a: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组配色方案，同一页面内只选择一组使用。（仅供参考）</a:t>
            </a:r>
          </a:p>
        </p:txBody>
      </p:sp>
      <p:sp>
        <p:nvSpPr>
          <p:cNvPr id="10252" name="Rectangle 84"/>
          <p:cNvSpPr>
            <a:spLocks noChangeArrowheads="1"/>
          </p:cNvSpPr>
          <p:nvPr/>
        </p:nvSpPr>
        <p:spPr bwMode="auto">
          <a:xfrm>
            <a:off x="9251951" y="5954"/>
            <a:ext cx="1120775" cy="69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>
            <a:spAutoFit/>
          </a:bodyPr>
          <a:lstStyle/>
          <a:p>
            <a:pPr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ea typeface="宋体" charset="-122"/>
              </a:rPr>
              <a:t>客户或者合作伙伴的标志放在右上角</a:t>
            </a:r>
            <a:r>
              <a:rPr lang="en-US" altLang="zh-CN" sz="1100">
                <a:solidFill>
                  <a:srgbClr val="FFFFFF"/>
                </a:solidFill>
                <a:ea typeface="宋体" charset="-122"/>
              </a:rPr>
              <a:t>.</a:t>
            </a:r>
            <a:endParaRPr lang="zh-CN" altLang="en-US" sz="1100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6361116" y="4867275"/>
            <a:ext cx="2097087" cy="34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r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ＭＳ Ｐゴシック" pitchFamily="34" charset="-128"/>
              </a:rPr>
              <a:t>Page </a:t>
            </a:r>
            <a:fld id="{52A5D625-72FF-4364-B088-B7F11232586A}" type="slidenum"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ＭＳ Ｐゴシック" pitchFamily="34" charset="-128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200">
              <a:solidFill>
                <a:srgbClr val="000000"/>
              </a:solidFill>
              <a:latin typeface="FrutigerNext LT Bold" pitchFamily="34" charset="0"/>
              <a:ea typeface="ＭＳ Ｐゴシック" pitchFamily="34" charset="-128"/>
            </a:endParaRPr>
          </a:p>
        </p:txBody>
      </p:sp>
      <p:sp>
        <p:nvSpPr>
          <p:cNvPr id="79" name="Rectangle 21"/>
          <p:cNvSpPr>
            <a:spLocks noChangeArrowheads="1"/>
          </p:cNvSpPr>
          <p:nvPr/>
        </p:nvSpPr>
        <p:spPr bwMode="auto">
          <a:xfrm>
            <a:off x="3633838" y="4847415"/>
            <a:ext cx="2085332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82" tIns="0" rIns="80082" bIns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9pPr>
          </a:lstStyle>
          <a:p>
            <a:pPr defTabSz="801688" eaLnBrk="0" hangingPunct="0">
              <a:defRPr/>
            </a:pPr>
            <a:r>
              <a:rPr lang="zh-CN" altLang="en-US" sz="1000" dirty="0">
                <a:solidFill>
                  <a:srgbClr val="000000"/>
                </a:solidFill>
                <a:latin typeface="Arial"/>
              </a:rPr>
              <a:t>华为保密信息，未经授权禁止扩散</a:t>
            </a:r>
            <a:endParaRPr lang="en-US" altLang="zh-CN" sz="1000" dirty="0">
              <a:solidFill>
                <a:srgbClr val="000000"/>
              </a:solidFill>
              <a:latin typeface="FrutigerNext LT Bold" pitchFamily="34" charset="0"/>
              <a:ea typeface="ＭＳ Ｐゴシック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ransition advClick="0" advTm="8000"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charset="0"/>
        <a:buChar char="~"/>
        <a:defRPr sz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d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4668442"/>
            <a:ext cx="9150350" cy="4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652466" y="4829175"/>
            <a:ext cx="2613253" cy="26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24" tIns="40063" rIns="80124" bIns="40063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TECHNOLOGIES CO., LTD.</a:t>
            </a:r>
            <a:endParaRPr lang="en-US" altLang="zh-CN" sz="22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2052" name="Picture 4" descr="8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08878" y="4799411"/>
            <a:ext cx="1311275" cy="234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9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361116" y="4867275"/>
            <a:ext cx="2097087" cy="34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85000"/>
              </a:lnSpc>
              <a:defRPr sz="1200">
                <a:latin typeface="FrutigerNext LT Bold" pitchFamily="1" charset="0"/>
                <a:ea typeface="ＭＳ Ｐゴシック" pitchFamily="34" charset="-128"/>
              </a:defRPr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6683F1D-CE63-47F8-B96A-9754ADA19B3F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52463" y="322661"/>
            <a:ext cx="7745412" cy="65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39" tIns="40069" rIns="80139" bIns="4006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auto">
          <a:xfrm>
            <a:off x="3892551" y="4829175"/>
            <a:ext cx="1642923" cy="2655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92" tIns="40044" rIns="80092" bIns="40044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auto">
          <a:xfrm>
            <a:off x="-1908175" y="396479"/>
            <a:ext cx="1844675" cy="3980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/>
          <a:lstStyle/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:32-35pt 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FrutigerNext LT Medium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 Arial</a:t>
            </a:r>
          </a:p>
          <a:p>
            <a:pPr algn="r" defTabSz="801688">
              <a:lnSpc>
                <a:spcPct val="7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:30-32pt 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英文正文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:20-22pt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子目录 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) :18pt 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FrutigerNext LT Regular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 Arial</a:t>
            </a:r>
          </a:p>
          <a:p>
            <a:pPr algn="r" defTabSz="801688">
              <a:lnSpc>
                <a:spcPct val="7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中文正文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:18-20pt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子目录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):18pt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细黑体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>
              <a:solidFill>
                <a:srgbClr val="000000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80905" name="Rectangle 9"/>
          <p:cNvSpPr>
            <a:spLocks noChangeArrowheads="1"/>
          </p:cNvSpPr>
          <p:nvPr/>
        </p:nvSpPr>
        <p:spPr bwMode="auto">
          <a:xfrm>
            <a:off x="9199566" y="1067992"/>
            <a:ext cx="1049337" cy="1503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/>
          <a:lstStyle/>
          <a:p>
            <a:pPr defTabSz="801688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配色参考方案：</a:t>
            </a:r>
          </a:p>
          <a:p>
            <a:pPr defTabSz="801688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建议同一页面内不超过四种颜色，以下是</a:t>
            </a:r>
            <a:r>
              <a:rPr lang="en-US" altLang="zh-CN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13</a:t>
            </a:r>
            <a:r>
              <a:rPr lang="zh-CN" altLang="en-US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组配色方案，同一页面内只选择一组使用。（仅供参考）</a:t>
            </a: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9199566" y="-46435"/>
            <a:ext cx="1049337" cy="628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/>
          <a:lstStyle/>
          <a:p>
            <a:pPr defTabSz="801688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客户或者合作伙伴的标志放在右上角</a:t>
            </a:r>
            <a:r>
              <a:rPr lang="en-US" altLang="zh-CN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.</a:t>
            </a: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2463" y="1231108"/>
            <a:ext cx="7929562" cy="314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52" tIns="40076" rIns="80152" bIns="400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9269413" y="3696185"/>
            <a:ext cx="919162" cy="36931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1425" tIns="45712" rIns="91425" bIns="45712" anchor="ctr">
            <a:spAutoFit/>
          </a:bodyPr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9355141" y="2842022"/>
            <a:ext cx="739775" cy="136922"/>
            <a:chOff x="5893" y="2387"/>
            <a:chExt cx="466" cy="115"/>
          </a:xfrm>
        </p:grpSpPr>
        <p:sp>
          <p:nvSpPr>
            <p:cNvPr id="80910" name="Rectangle 14"/>
            <p:cNvSpPr>
              <a:spLocks noChangeArrowheads="1"/>
            </p:cNvSpPr>
            <p:nvPr userDrawn="1"/>
          </p:nvSpPr>
          <p:spPr bwMode="auto">
            <a:xfrm flipV="1">
              <a:off x="6010" y="2387"/>
              <a:ext cx="116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1" name="Rectangle 15"/>
            <p:cNvSpPr>
              <a:spLocks noChangeArrowheads="1"/>
            </p:cNvSpPr>
            <p:nvPr userDrawn="1"/>
          </p:nvSpPr>
          <p:spPr bwMode="auto">
            <a:xfrm flipV="1">
              <a:off x="6126" y="2387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2" name="Rectangle 16"/>
            <p:cNvSpPr>
              <a:spLocks noChangeArrowheads="1"/>
            </p:cNvSpPr>
            <p:nvPr userDrawn="1"/>
          </p:nvSpPr>
          <p:spPr bwMode="auto">
            <a:xfrm flipV="1">
              <a:off x="6242" y="2387"/>
              <a:ext cx="117" cy="115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3" name="Rectangle 17"/>
            <p:cNvSpPr>
              <a:spLocks noChangeArrowheads="1"/>
            </p:cNvSpPr>
            <p:nvPr userDrawn="1"/>
          </p:nvSpPr>
          <p:spPr bwMode="auto">
            <a:xfrm flipV="1">
              <a:off x="5893" y="2387"/>
              <a:ext cx="117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9355141" y="3003948"/>
            <a:ext cx="739775" cy="136922"/>
            <a:chOff x="5893" y="2523"/>
            <a:chExt cx="466" cy="115"/>
          </a:xfrm>
        </p:grpSpPr>
        <p:sp>
          <p:nvSpPr>
            <p:cNvPr id="80915" name="Rectangle 19"/>
            <p:cNvSpPr>
              <a:spLocks noChangeArrowheads="1"/>
            </p:cNvSpPr>
            <p:nvPr userDrawn="1"/>
          </p:nvSpPr>
          <p:spPr bwMode="auto">
            <a:xfrm flipV="1">
              <a:off x="6010" y="2523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6" name="Rectangle 20"/>
            <p:cNvSpPr>
              <a:spLocks noChangeArrowheads="1"/>
            </p:cNvSpPr>
            <p:nvPr userDrawn="1"/>
          </p:nvSpPr>
          <p:spPr bwMode="auto">
            <a:xfrm flipV="1">
              <a:off x="6126" y="2523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7" name="Rectangle 21"/>
            <p:cNvSpPr>
              <a:spLocks noChangeArrowheads="1"/>
            </p:cNvSpPr>
            <p:nvPr userDrawn="1"/>
          </p:nvSpPr>
          <p:spPr bwMode="auto">
            <a:xfrm flipV="1">
              <a:off x="6242" y="2523"/>
              <a:ext cx="117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8" name="Rectangle 22"/>
            <p:cNvSpPr>
              <a:spLocks noChangeArrowheads="1"/>
            </p:cNvSpPr>
            <p:nvPr userDrawn="1"/>
          </p:nvSpPr>
          <p:spPr bwMode="auto">
            <a:xfrm flipV="1">
              <a:off x="5893" y="2523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9355141" y="3165873"/>
            <a:ext cx="739775" cy="136922"/>
            <a:chOff x="5893" y="2659"/>
            <a:chExt cx="466" cy="115"/>
          </a:xfrm>
        </p:grpSpPr>
        <p:sp>
          <p:nvSpPr>
            <p:cNvPr id="80920" name="Rectangle 24"/>
            <p:cNvSpPr>
              <a:spLocks noChangeArrowheads="1"/>
            </p:cNvSpPr>
            <p:nvPr userDrawn="1"/>
          </p:nvSpPr>
          <p:spPr bwMode="auto">
            <a:xfrm flipV="1">
              <a:off x="6010" y="2659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1" name="Rectangle 25"/>
            <p:cNvSpPr>
              <a:spLocks noChangeArrowheads="1"/>
            </p:cNvSpPr>
            <p:nvPr userDrawn="1"/>
          </p:nvSpPr>
          <p:spPr bwMode="auto">
            <a:xfrm flipV="1">
              <a:off x="6126" y="2659"/>
              <a:ext cx="116" cy="115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2" name="Rectangle 26"/>
            <p:cNvSpPr>
              <a:spLocks noChangeArrowheads="1"/>
            </p:cNvSpPr>
            <p:nvPr userDrawn="1"/>
          </p:nvSpPr>
          <p:spPr bwMode="auto">
            <a:xfrm flipV="1">
              <a:off x="6242" y="2659"/>
              <a:ext cx="117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3" name="Rectangle 27"/>
            <p:cNvSpPr>
              <a:spLocks noChangeArrowheads="1"/>
            </p:cNvSpPr>
            <p:nvPr userDrawn="1"/>
          </p:nvSpPr>
          <p:spPr bwMode="auto">
            <a:xfrm flipV="1">
              <a:off x="5893" y="2659"/>
              <a:ext cx="117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9355141" y="2680097"/>
            <a:ext cx="739775" cy="141684"/>
            <a:chOff x="5893" y="2251"/>
            <a:chExt cx="466" cy="119"/>
          </a:xfrm>
        </p:grpSpPr>
        <p:sp>
          <p:nvSpPr>
            <p:cNvPr id="80925" name="Rectangle 29"/>
            <p:cNvSpPr>
              <a:spLocks noChangeArrowheads="1"/>
            </p:cNvSpPr>
            <p:nvPr userDrawn="1"/>
          </p:nvSpPr>
          <p:spPr bwMode="auto">
            <a:xfrm flipV="1">
              <a:off x="6126" y="2251"/>
              <a:ext cx="116" cy="119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6" name="Rectangle 30"/>
            <p:cNvSpPr>
              <a:spLocks noChangeArrowheads="1"/>
            </p:cNvSpPr>
            <p:nvPr userDrawn="1"/>
          </p:nvSpPr>
          <p:spPr bwMode="auto">
            <a:xfrm flipV="1">
              <a:off x="6242" y="2251"/>
              <a:ext cx="117" cy="11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7" name="Rectangle 31"/>
            <p:cNvSpPr>
              <a:spLocks noChangeArrowheads="1"/>
            </p:cNvSpPr>
            <p:nvPr userDrawn="1"/>
          </p:nvSpPr>
          <p:spPr bwMode="auto">
            <a:xfrm flipV="1">
              <a:off x="5893" y="2251"/>
              <a:ext cx="117" cy="119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8" name="Rectangle 32"/>
            <p:cNvSpPr>
              <a:spLocks noChangeArrowheads="1"/>
            </p:cNvSpPr>
            <p:nvPr userDrawn="1"/>
          </p:nvSpPr>
          <p:spPr bwMode="auto">
            <a:xfrm flipV="1">
              <a:off x="6010" y="2251"/>
              <a:ext cx="116" cy="119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9355141" y="3436144"/>
            <a:ext cx="739775" cy="136922"/>
            <a:chOff x="5893" y="2886"/>
            <a:chExt cx="466" cy="115"/>
          </a:xfrm>
        </p:grpSpPr>
        <p:sp>
          <p:nvSpPr>
            <p:cNvPr id="80930" name="Rectangle 34"/>
            <p:cNvSpPr>
              <a:spLocks noChangeArrowheads="1"/>
            </p:cNvSpPr>
            <p:nvPr userDrawn="1"/>
          </p:nvSpPr>
          <p:spPr bwMode="auto">
            <a:xfrm flipV="1">
              <a:off x="6010" y="2886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1" name="Rectangle 35"/>
            <p:cNvSpPr>
              <a:spLocks noChangeArrowheads="1"/>
            </p:cNvSpPr>
            <p:nvPr userDrawn="1"/>
          </p:nvSpPr>
          <p:spPr bwMode="auto">
            <a:xfrm flipV="1">
              <a:off x="6126" y="2886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2" name="Rectangle 36"/>
            <p:cNvSpPr>
              <a:spLocks noChangeArrowheads="1"/>
            </p:cNvSpPr>
            <p:nvPr userDrawn="1"/>
          </p:nvSpPr>
          <p:spPr bwMode="auto">
            <a:xfrm flipV="1">
              <a:off x="6242" y="2886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3" name="Rectangle 37"/>
            <p:cNvSpPr>
              <a:spLocks noChangeArrowheads="1"/>
            </p:cNvSpPr>
            <p:nvPr userDrawn="1"/>
          </p:nvSpPr>
          <p:spPr bwMode="auto">
            <a:xfrm flipV="1">
              <a:off x="5893" y="2886"/>
              <a:ext cx="117" cy="115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9355141" y="3598069"/>
            <a:ext cx="739775" cy="136922"/>
            <a:chOff x="5893" y="3022"/>
            <a:chExt cx="466" cy="115"/>
          </a:xfrm>
        </p:grpSpPr>
        <p:sp>
          <p:nvSpPr>
            <p:cNvPr id="80935" name="Rectangle 39"/>
            <p:cNvSpPr>
              <a:spLocks noChangeArrowheads="1"/>
            </p:cNvSpPr>
            <p:nvPr userDrawn="1"/>
          </p:nvSpPr>
          <p:spPr bwMode="auto">
            <a:xfrm flipV="1">
              <a:off x="6010" y="3022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6" name="Rectangle 40"/>
            <p:cNvSpPr>
              <a:spLocks noChangeArrowheads="1"/>
            </p:cNvSpPr>
            <p:nvPr userDrawn="1"/>
          </p:nvSpPr>
          <p:spPr bwMode="auto">
            <a:xfrm flipV="1">
              <a:off x="6126" y="3022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7" name="Rectangle 41"/>
            <p:cNvSpPr>
              <a:spLocks noChangeArrowheads="1"/>
            </p:cNvSpPr>
            <p:nvPr userDrawn="1"/>
          </p:nvSpPr>
          <p:spPr bwMode="auto">
            <a:xfrm flipV="1">
              <a:off x="6242" y="3022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8" name="Rectangle 42"/>
            <p:cNvSpPr>
              <a:spLocks noChangeArrowheads="1"/>
            </p:cNvSpPr>
            <p:nvPr userDrawn="1"/>
          </p:nvSpPr>
          <p:spPr bwMode="auto">
            <a:xfrm flipV="1">
              <a:off x="5893" y="3022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9355141" y="3759994"/>
            <a:ext cx="739775" cy="136922"/>
            <a:chOff x="5893" y="3158"/>
            <a:chExt cx="466" cy="115"/>
          </a:xfrm>
        </p:grpSpPr>
        <p:sp>
          <p:nvSpPr>
            <p:cNvPr id="80940" name="Rectangle 44"/>
            <p:cNvSpPr>
              <a:spLocks noChangeArrowheads="1"/>
            </p:cNvSpPr>
            <p:nvPr userDrawn="1"/>
          </p:nvSpPr>
          <p:spPr bwMode="auto">
            <a:xfrm flipV="1">
              <a:off x="6010" y="3158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1" name="Rectangle 45"/>
            <p:cNvSpPr>
              <a:spLocks noChangeArrowheads="1"/>
            </p:cNvSpPr>
            <p:nvPr userDrawn="1"/>
          </p:nvSpPr>
          <p:spPr bwMode="auto">
            <a:xfrm flipV="1">
              <a:off x="6126" y="3158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2" name="Rectangle 46"/>
            <p:cNvSpPr>
              <a:spLocks noChangeArrowheads="1"/>
            </p:cNvSpPr>
            <p:nvPr userDrawn="1"/>
          </p:nvSpPr>
          <p:spPr bwMode="auto">
            <a:xfrm flipV="1">
              <a:off x="6242" y="3158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3" name="Rectangle 47"/>
            <p:cNvSpPr>
              <a:spLocks noChangeArrowheads="1"/>
            </p:cNvSpPr>
            <p:nvPr userDrawn="1"/>
          </p:nvSpPr>
          <p:spPr bwMode="auto">
            <a:xfrm flipV="1">
              <a:off x="5893" y="3158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9" name="Group 48"/>
          <p:cNvGrpSpPr>
            <a:grpSpLocks/>
          </p:cNvGrpSpPr>
          <p:nvPr/>
        </p:nvGrpSpPr>
        <p:grpSpPr bwMode="auto">
          <a:xfrm>
            <a:off x="9355141" y="4030267"/>
            <a:ext cx="739775" cy="136922"/>
            <a:chOff x="5893" y="3385"/>
            <a:chExt cx="466" cy="115"/>
          </a:xfrm>
        </p:grpSpPr>
        <p:sp>
          <p:nvSpPr>
            <p:cNvPr id="80945" name="Rectangle 49"/>
            <p:cNvSpPr>
              <a:spLocks noChangeArrowheads="1"/>
            </p:cNvSpPr>
            <p:nvPr userDrawn="1"/>
          </p:nvSpPr>
          <p:spPr bwMode="auto">
            <a:xfrm flipV="1">
              <a:off x="6010" y="3385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6" name="Rectangle 50"/>
            <p:cNvSpPr>
              <a:spLocks noChangeArrowheads="1"/>
            </p:cNvSpPr>
            <p:nvPr userDrawn="1"/>
          </p:nvSpPr>
          <p:spPr bwMode="auto">
            <a:xfrm flipV="1">
              <a:off x="6126" y="3385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7" name="Rectangle 51"/>
            <p:cNvSpPr>
              <a:spLocks noChangeArrowheads="1"/>
            </p:cNvSpPr>
            <p:nvPr userDrawn="1"/>
          </p:nvSpPr>
          <p:spPr bwMode="auto">
            <a:xfrm flipV="1">
              <a:off x="6242" y="3385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8" name="Rectangle 52"/>
            <p:cNvSpPr>
              <a:spLocks noChangeArrowheads="1"/>
            </p:cNvSpPr>
            <p:nvPr userDrawn="1"/>
          </p:nvSpPr>
          <p:spPr bwMode="auto">
            <a:xfrm flipV="1">
              <a:off x="5893" y="3385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0" name="Group 53"/>
          <p:cNvGrpSpPr>
            <a:grpSpLocks/>
          </p:cNvGrpSpPr>
          <p:nvPr/>
        </p:nvGrpSpPr>
        <p:grpSpPr bwMode="auto">
          <a:xfrm>
            <a:off x="9355141" y="4192192"/>
            <a:ext cx="739775" cy="136922"/>
            <a:chOff x="5893" y="3521"/>
            <a:chExt cx="466" cy="115"/>
          </a:xfrm>
        </p:grpSpPr>
        <p:sp>
          <p:nvSpPr>
            <p:cNvPr id="80950" name="Rectangle 54"/>
            <p:cNvSpPr>
              <a:spLocks noChangeArrowheads="1"/>
            </p:cNvSpPr>
            <p:nvPr userDrawn="1"/>
          </p:nvSpPr>
          <p:spPr bwMode="auto">
            <a:xfrm flipV="1">
              <a:off x="6010" y="3521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1" name="Rectangle 55"/>
            <p:cNvSpPr>
              <a:spLocks noChangeArrowheads="1"/>
            </p:cNvSpPr>
            <p:nvPr userDrawn="1"/>
          </p:nvSpPr>
          <p:spPr bwMode="auto">
            <a:xfrm flipV="1">
              <a:off x="6126" y="3521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2" name="Rectangle 56"/>
            <p:cNvSpPr>
              <a:spLocks noChangeArrowheads="1"/>
            </p:cNvSpPr>
            <p:nvPr userDrawn="1"/>
          </p:nvSpPr>
          <p:spPr bwMode="auto">
            <a:xfrm flipV="1">
              <a:off x="6242" y="3521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3" name="Rectangle 57"/>
            <p:cNvSpPr>
              <a:spLocks noChangeArrowheads="1"/>
            </p:cNvSpPr>
            <p:nvPr userDrawn="1"/>
          </p:nvSpPr>
          <p:spPr bwMode="auto">
            <a:xfrm flipV="1">
              <a:off x="5893" y="3521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1" name="Group 58"/>
          <p:cNvGrpSpPr>
            <a:grpSpLocks/>
          </p:cNvGrpSpPr>
          <p:nvPr/>
        </p:nvGrpSpPr>
        <p:grpSpPr bwMode="auto">
          <a:xfrm>
            <a:off x="9355141" y="4354117"/>
            <a:ext cx="739775" cy="136922"/>
            <a:chOff x="5893" y="3657"/>
            <a:chExt cx="466" cy="115"/>
          </a:xfrm>
        </p:grpSpPr>
        <p:sp>
          <p:nvSpPr>
            <p:cNvPr id="80955" name="Rectangle 59"/>
            <p:cNvSpPr>
              <a:spLocks noChangeArrowheads="1"/>
            </p:cNvSpPr>
            <p:nvPr userDrawn="1"/>
          </p:nvSpPr>
          <p:spPr bwMode="auto">
            <a:xfrm flipV="1">
              <a:off x="6010" y="3657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6" name="Rectangle 60"/>
            <p:cNvSpPr>
              <a:spLocks noChangeArrowheads="1"/>
            </p:cNvSpPr>
            <p:nvPr userDrawn="1"/>
          </p:nvSpPr>
          <p:spPr bwMode="auto">
            <a:xfrm flipV="1">
              <a:off x="6126" y="3657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7" name="Rectangle 61"/>
            <p:cNvSpPr>
              <a:spLocks noChangeArrowheads="1"/>
            </p:cNvSpPr>
            <p:nvPr userDrawn="1"/>
          </p:nvSpPr>
          <p:spPr bwMode="auto">
            <a:xfrm flipV="1">
              <a:off x="6242" y="3657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8" name="Rectangle 62"/>
            <p:cNvSpPr>
              <a:spLocks noChangeArrowheads="1"/>
            </p:cNvSpPr>
            <p:nvPr userDrawn="1"/>
          </p:nvSpPr>
          <p:spPr bwMode="auto">
            <a:xfrm flipV="1">
              <a:off x="5893" y="3657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2" name="Group 63"/>
          <p:cNvGrpSpPr>
            <a:grpSpLocks/>
          </p:cNvGrpSpPr>
          <p:nvPr/>
        </p:nvGrpSpPr>
        <p:grpSpPr bwMode="auto">
          <a:xfrm>
            <a:off x="9355141" y="4624389"/>
            <a:ext cx="739775" cy="136922"/>
            <a:chOff x="5893" y="3884"/>
            <a:chExt cx="466" cy="115"/>
          </a:xfrm>
        </p:grpSpPr>
        <p:sp>
          <p:nvSpPr>
            <p:cNvPr id="80960" name="Rectangle 64"/>
            <p:cNvSpPr>
              <a:spLocks noChangeArrowheads="1"/>
            </p:cNvSpPr>
            <p:nvPr userDrawn="1"/>
          </p:nvSpPr>
          <p:spPr bwMode="auto">
            <a:xfrm flipV="1">
              <a:off x="6010" y="3884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1" name="Rectangle 65"/>
            <p:cNvSpPr>
              <a:spLocks noChangeArrowheads="1"/>
            </p:cNvSpPr>
            <p:nvPr userDrawn="1"/>
          </p:nvSpPr>
          <p:spPr bwMode="auto">
            <a:xfrm flipV="1">
              <a:off x="6126" y="3884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2" name="Rectangle 66"/>
            <p:cNvSpPr>
              <a:spLocks noChangeArrowheads="1"/>
            </p:cNvSpPr>
            <p:nvPr userDrawn="1"/>
          </p:nvSpPr>
          <p:spPr bwMode="auto">
            <a:xfrm flipV="1">
              <a:off x="6242" y="3884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3" name="Rectangle 67"/>
            <p:cNvSpPr>
              <a:spLocks noChangeArrowheads="1"/>
            </p:cNvSpPr>
            <p:nvPr userDrawn="1"/>
          </p:nvSpPr>
          <p:spPr bwMode="auto">
            <a:xfrm flipV="1">
              <a:off x="5893" y="3884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3" name="Group 68"/>
          <p:cNvGrpSpPr>
            <a:grpSpLocks/>
          </p:cNvGrpSpPr>
          <p:nvPr/>
        </p:nvGrpSpPr>
        <p:grpSpPr bwMode="auto">
          <a:xfrm>
            <a:off x="9355141" y="4793458"/>
            <a:ext cx="739775" cy="136922"/>
            <a:chOff x="5893" y="4026"/>
            <a:chExt cx="466" cy="115"/>
          </a:xfrm>
        </p:grpSpPr>
        <p:sp>
          <p:nvSpPr>
            <p:cNvPr id="80965" name="Rectangle 69"/>
            <p:cNvSpPr>
              <a:spLocks noChangeArrowheads="1"/>
            </p:cNvSpPr>
            <p:nvPr userDrawn="1"/>
          </p:nvSpPr>
          <p:spPr bwMode="auto">
            <a:xfrm flipV="1">
              <a:off x="6010" y="4026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6" name="Rectangle 70"/>
            <p:cNvSpPr>
              <a:spLocks noChangeArrowheads="1"/>
            </p:cNvSpPr>
            <p:nvPr userDrawn="1"/>
          </p:nvSpPr>
          <p:spPr bwMode="auto">
            <a:xfrm flipV="1">
              <a:off x="6126" y="4026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7" name="Rectangle 71"/>
            <p:cNvSpPr>
              <a:spLocks noChangeArrowheads="1"/>
            </p:cNvSpPr>
            <p:nvPr userDrawn="1"/>
          </p:nvSpPr>
          <p:spPr bwMode="auto">
            <a:xfrm flipV="1">
              <a:off x="6242" y="4026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8" name="Rectangle 72"/>
            <p:cNvSpPr>
              <a:spLocks noChangeArrowheads="1"/>
            </p:cNvSpPr>
            <p:nvPr userDrawn="1"/>
          </p:nvSpPr>
          <p:spPr bwMode="auto">
            <a:xfrm flipV="1">
              <a:off x="5893" y="4026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4" name="Group 73"/>
          <p:cNvGrpSpPr>
            <a:grpSpLocks/>
          </p:cNvGrpSpPr>
          <p:nvPr/>
        </p:nvGrpSpPr>
        <p:grpSpPr bwMode="auto">
          <a:xfrm>
            <a:off x="9355141" y="4961335"/>
            <a:ext cx="739775" cy="136922"/>
            <a:chOff x="5893" y="4167"/>
            <a:chExt cx="466" cy="115"/>
          </a:xfrm>
        </p:grpSpPr>
        <p:sp>
          <p:nvSpPr>
            <p:cNvPr id="80970" name="Rectangle 74"/>
            <p:cNvSpPr>
              <a:spLocks noChangeArrowheads="1"/>
            </p:cNvSpPr>
            <p:nvPr userDrawn="1"/>
          </p:nvSpPr>
          <p:spPr bwMode="auto">
            <a:xfrm flipV="1">
              <a:off x="6010" y="4167"/>
              <a:ext cx="116" cy="11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71" name="Rectangle 75"/>
            <p:cNvSpPr>
              <a:spLocks noChangeArrowheads="1"/>
            </p:cNvSpPr>
            <p:nvPr userDrawn="1"/>
          </p:nvSpPr>
          <p:spPr bwMode="auto">
            <a:xfrm flipV="1">
              <a:off x="6126" y="4167"/>
              <a:ext cx="116" cy="11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72" name="Rectangle 76"/>
            <p:cNvSpPr>
              <a:spLocks noChangeArrowheads="1"/>
            </p:cNvSpPr>
            <p:nvPr userDrawn="1"/>
          </p:nvSpPr>
          <p:spPr bwMode="auto">
            <a:xfrm flipV="1">
              <a:off x="6242" y="4167"/>
              <a:ext cx="117" cy="11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73" name="Rectangle 77"/>
            <p:cNvSpPr>
              <a:spLocks noChangeArrowheads="1"/>
            </p:cNvSpPr>
            <p:nvPr userDrawn="1"/>
          </p:nvSpPr>
          <p:spPr bwMode="auto">
            <a:xfrm flipV="1">
              <a:off x="5893" y="4167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</p:sldLayoutIdLst>
  <p:hf sldNum="0" hdr="0" ftr="0"/>
  <p:txStyles>
    <p:titleStyle>
      <a:lvl1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+mj-lt"/>
          <a:ea typeface="+mj-ea"/>
          <a:cs typeface="+mj-cs"/>
        </a:defRPr>
      </a:lvl1pPr>
      <a:lvl2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2pPr>
      <a:lvl3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3pPr>
      <a:lvl4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4pPr>
      <a:lvl5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5pPr>
      <a:lvl6pPr marL="457200" algn="l" defTabSz="801688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6pPr>
      <a:lvl7pPr marL="914400" algn="l" defTabSz="801688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7pPr>
      <a:lvl8pPr marL="1371600" algn="l" defTabSz="801688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8pPr>
      <a:lvl9pPr marL="1828800" algn="l" defTabSz="801688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9pPr>
    </p:titleStyle>
    <p:bodyStyle>
      <a:lvl1pPr marL="300038" indent="-300038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bg2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50825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2pPr>
      <a:lvl3pPr marL="1003300" indent="-201613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Light" pitchFamily="34" charset="0"/>
          <a:ea typeface="+mn-ea"/>
        </a:defRPr>
      </a:lvl3pPr>
      <a:lvl4pPr marL="1401763" indent="-200025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j-lt"/>
          <a:ea typeface="+mn-ea"/>
        </a:defRPr>
      </a:lvl4pPr>
      <a:lvl5pPr marL="1803400" indent="-201613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5pPr>
      <a:lvl6pPr marL="2260600" indent="-201613" algn="l" defTabSz="801688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6pPr>
      <a:lvl7pPr marL="2717800" indent="-201613" algn="l" defTabSz="801688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7pPr>
      <a:lvl8pPr marL="3175000" indent="-201613" algn="l" defTabSz="801688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8pPr>
      <a:lvl9pPr marL="3632200" indent="-201613" algn="l" defTabSz="801688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9" descr="d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668442"/>
            <a:ext cx="9150350" cy="47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" name="Text Box 8"/>
          <p:cNvSpPr txBox="1">
            <a:spLocks noChangeArrowheads="1"/>
          </p:cNvSpPr>
          <p:nvPr/>
        </p:nvSpPr>
        <p:spPr bwMode="auto">
          <a:xfrm>
            <a:off x="755650" y="4838701"/>
            <a:ext cx="253233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80114" bIns="0">
            <a:spAutoFit/>
          </a:bodyPr>
          <a:lstStyle>
            <a:lvl1pPr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</a:p>
        </p:txBody>
      </p:sp>
      <p:pic>
        <p:nvPicPr>
          <p:cNvPr id="10244" name="Picture 9" descr="8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8878" y="4789886"/>
            <a:ext cx="1311275" cy="234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44080"/>
            <a:ext cx="7632700" cy="65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48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221583"/>
            <a:ext cx="7632700" cy="3145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49" name="Rectangle 15"/>
          <p:cNvSpPr>
            <a:spLocks noChangeArrowheads="1"/>
          </p:cNvSpPr>
          <p:nvPr/>
        </p:nvSpPr>
        <p:spPr bwMode="auto">
          <a:xfrm>
            <a:off x="-1952625" y="519112"/>
            <a:ext cx="1844675" cy="552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24" tIns="40063" rIns="80124" bIns="40063">
            <a:spAutoFit/>
          </a:bodyPr>
          <a:lstStyle/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英文标题</a:t>
            </a:r>
            <a:r>
              <a:rPr lang="en-US" altLang="zh-CN" sz="1100">
                <a:solidFill>
                  <a:srgbClr val="FFFFFF"/>
                </a:solidFill>
              </a:rPr>
              <a:t>:32-35pt  </a:t>
            </a:r>
            <a:endParaRPr lang="zh-CN" altLang="en-US" sz="1100">
              <a:solidFill>
                <a:srgbClr val="FFFFFF"/>
              </a:solidFill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颜色</a:t>
            </a:r>
            <a:r>
              <a:rPr lang="en-US" altLang="zh-CN" sz="1100">
                <a:solidFill>
                  <a:srgbClr val="FFFFFF"/>
                </a:solidFill>
              </a:rPr>
              <a:t>: R153 G0 B0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</a:rPr>
              <a:t>: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1100">
                <a:solidFill>
                  <a:srgbClr val="FFFFFF"/>
                </a:solidFill>
              </a:rPr>
              <a:t>FrutigerNext LT Medium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</a:rPr>
              <a:t>: Arial</a:t>
            </a:r>
          </a:p>
          <a:p>
            <a:pPr marL="342900" indent="-342900" algn="r" eaLnBrk="0" hangingPunct="0">
              <a:lnSpc>
                <a:spcPct val="7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altLang="zh-CN" sz="1100">
              <a:solidFill>
                <a:srgbClr val="FFFFFF"/>
              </a:solidFill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中文标题</a:t>
            </a:r>
            <a:r>
              <a:rPr lang="en-US" altLang="zh-CN" sz="1100">
                <a:solidFill>
                  <a:srgbClr val="FFFFFF"/>
                </a:solidFill>
              </a:rPr>
              <a:t>:30-32pt  </a:t>
            </a:r>
            <a:endParaRPr lang="zh-CN" altLang="en-US" sz="1100">
              <a:solidFill>
                <a:srgbClr val="FFFFFF"/>
              </a:solidFill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颜色</a:t>
            </a:r>
            <a:r>
              <a:rPr lang="en-US" altLang="zh-CN" sz="1100">
                <a:solidFill>
                  <a:srgbClr val="FFFFFF"/>
                </a:solidFill>
              </a:rPr>
              <a:t>: R153 G0 B0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字体</a:t>
            </a:r>
            <a:r>
              <a:rPr lang="en-US" altLang="zh-CN" sz="1100">
                <a:solidFill>
                  <a:srgbClr val="FFFFFF"/>
                </a:solidFill>
              </a:rPr>
              <a:t>:</a:t>
            </a:r>
            <a:r>
              <a:rPr lang="zh-CN" altLang="en-US" sz="1100">
                <a:solidFill>
                  <a:srgbClr val="FFFFFF"/>
                </a:solidFill>
              </a:rPr>
              <a:t>黑体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1100">
              <a:solidFill>
                <a:srgbClr val="FFFFFF"/>
              </a:solidFill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1100">
              <a:solidFill>
                <a:srgbClr val="FFFFFF"/>
              </a:solidFill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1100">
              <a:solidFill>
                <a:srgbClr val="FFFFFF"/>
              </a:solidFill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英文正文</a:t>
            </a:r>
            <a:r>
              <a:rPr lang="en-US" altLang="zh-CN" sz="1100">
                <a:solidFill>
                  <a:srgbClr val="FFFFFF"/>
                </a:solidFill>
              </a:rPr>
              <a:t>:20-22pt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子目录 </a:t>
            </a:r>
            <a:r>
              <a:rPr lang="en-US" altLang="zh-CN" sz="1100">
                <a:solidFill>
                  <a:srgbClr val="FFFFFF"/>
                </a:solidFill>
              </a:rPr>
              <a:t>(2-5</a:t>
            </a:r>
            <a:r>
              <a:rPr lang="zh-CN" altLang="en-US" sz="1100">
                <a:solidFill>
                  <a:srgbClr val="FFFFFF"/>
                </a:solidFill>
              </a:rPr>
              <a:t>级</a:t>
            </a:r>
            <a:r>
              <a:rPr lang="en-US" altLang="zh-CN" sz="1100">
                <a:solidFill>
                  <a:srgbClr val="FFFFFF"/>
                </a:solidFill>
              </a:rPr>
              <a:t>) :18pt  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颜色</a:t>
            </a:r>
            <a:r>
              <a:rPr lang="en-US" altLang="zh-CN" sz="1100">
                <a:solidFill>
                  <a:srgbClr val="FFFFFF"/>
                </a:solidFill>
              </a:rPr>
              <a:t>:</a:t>
            </a:r>
            <a:r>
              <a:rPr lang="zh-CN" altLang="en-US" sz="1100">
                <a:solidFill>
                  <a:srgbClr val="FFFFFF"/>
                </a:solidFill>
              </a:rPr>
              <a:t>黑色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</a:rPr>
              <a:t>: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1100">
                <a:solidFill>
                  <a:srgbClr val="FFFFFF"/>
                </a:solidFill>
              </a:rPr>
              <a:t>FrutigerNext LT Regular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</a:rPr>
              <a:t>: Arial</a:t>
            </a:r>
          </a:p>
          <a:p>
            <a:pPr marL="342900" indent="-342900" algn="r" eaLnBrk="0" hangingPunct="0">
              <a:lnSpc>
                <a:spcPct val="7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altLang="zh-CN" sz="1100">
              <a:solidFill>
                <a:srgbClr val="FFFFFF"/>
              </a:solidFill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中文正文</a:t>
            </a:r>
            <a:r>
              <a:rPr lang="en-US" altLang="zh-CN" sz="1100">
                <a:solidFill>
                  <a:srgbClr val="FFFFFF"/>
                </a:solidFill>
              </a:rPr>
              <a:t>:18-20pt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子目录</a:t>
            </a:r>
            <a:r>
              <a:rPr lang="en-US" altLang="zh-CN" sz="1100">
                <a:solidFill>
                  <a:srgbClr val="FFFFFF"/>
                </a:solidFill>
              </a:rPr>
              <a:t>(2-5</a:t>
            </a:r>
            <a:r>
              <a:rPr lang="zh-CN" altLang="en-US" sz="1100">
                <a:solidFill>
                  <a:srgbClr val="FFFFFF"/>
                </a:solidFill>
              </a:rPr>
              <a:t>级</a:t>
            </a:r>
            <a:r>
              <a:rPr lang="en-US" altLang="zh-CN" sz="1100">
                <a:solidFill>
                  <a:srgbClr val="FFFFFF"/>
                </a:solidFill>
              </a:rPr>
              <a:t>):18pt </a:t>
            </a:r>
            <a:endParaRPr lang="zh-CN" altLang="en-US" sz="1100">
              <a:solidFill>
                <a:srgbClr val="FFFFFF"/>
              </a:solidFill>
            </a:endParaRP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颜色</a:t>
            </a:r>
            <a:r>
              <a:rPr lang="en-US" altLang="zh-CN" sz="1100">
                <a:solidFill>
                  <a:srgbClr val="FFFFFF"/>
                </a:solidFill>
              </a:rPr>
              <a:t>:</a:t>
            </a:r>
            <a:r>
              <a:rPr lang="zh-CN" altLang="en-US" sz="1100">
                <a:solidFill>
                  <a:srgbClr val="FFFFFF"/>
                </a:solidFill>
              </a:rPr>
              <a:t>黑色</a:t>
            </a:r>
          </a:p>
          <a:p>
            <a:pPr marL="342900" indent="-342900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字体</a:t>
            </a:r>
            <a:r>
              <a:rPr lang="en-US" altLang="zh-CN" sz="1100">
                <a:solidFill>
                  <a:srgbClr val="FFFFFF"/>
                </a:solidFill>
              </a:rPr>
              <a:t>:</a:t>
            </a:r>
            <a:r>
              <a:rPr lang="zh-CN" altLang="en-US" sz="1100">
                <a:solidFill>
                  <a:srgbClr val="FFFFFF"/>
                </a:solidFill>
              </a:rPr>
              <a:t>细黑体</a:t>
            </a:r>
            <a:r>
              <a:rPr lang="zh-CN" altLang="en-US" sz="1100" b="1">
                <a:solidFill>
                  <a:srgbClr val="FFFFFF"/>
                </a:solidFill>
                <a:latin typeface="Arial" pitchFamily="34" charset="0"/>
                <a:ea typeface="华文细黑" pitchFamily="2" charset="-122"/>
              </a:rPr>
              <a:t> 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324978" y="2633663"/>
            <a:ext cx="919163" cy="2418159"/>
            <a:chOff x="5839" y="2251"/>
            <a:chExt cx="579" cy="2031"/>
          </a:xfrm>
        </p:grpSpPr>
        <p:sp>
          <p:nvSpPr>
            <p:cNvPr id="10253" name="Rectangle 17"/>
            <p:cNvSpPr>
              <a:spLocks noChangeArrowheads="1"/>
            </p:cNvSpPr>
            <p:nvPr userDrawn="1"/>
          </p:nvSpPr>
          <p:spPr bwMode="auto">
            <a:xfrm>
              <a:off x="5839" y="3104"/>
              <a:ext cx="579" cy="3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25" tIns="45712" rIns="91425" bIns="45712" anchor="ctr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5893" y="2387"/>
              <a:ext cx="466" cy="115"/>
              <a:chOff x="5893" y="2387"/>
              <a:chExt cx="466" cy="115"/>
            </a:xfrm>
          </p:grpSpPr>
          <p:sp>
            <p:nvSpPr>
              <p:cNvPr id="10315" name="Rectangle 19"/>
              <p:cNvSpPr>
                <a:spLocks noChangeArrowheads="1"/>
              </p:cNvSpPr>
              <p:nvPr userDrawn="1"/>
            </p:nvSpPr>
            <p:spPr bwMode="auto">
              <a:xfrm flipV="1">
                <a:off x="6010" y="2387"/>
                <a:ext cx="116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6" name="Rectangle 20"/>
              <p:cNvSpPr>
                <a:spLocks noChangeArrowheads="1"/>
              </p:cNvSpPr>
              <p:nvPr userDrawn="1"/>
            </p:nvSpPr>
            <p:spPr bwMode="auto">
              <a:xfrm flipV="1">
                <a:off x="6126" y="2387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7" name="Rectangle 21"/>
              <p:cNvSpPr>
                <a:spLocks noChangeArrowheads="1"/>
              </p:cNvSpPr>
              <p:nvPr userDrawn="1"/>
            </p:nvSpPr>
            <p:spPr bwMode="auto">
              <a:xfrm flipV="1">
                <a:off x="6242" y="2387"/>
                <a:ext cx="117" cy="115"/>
              </a:xfrm>
              <a:prstGeom prst="rect">
                <a:avLst/>
              </a:prstGeom>
              <a:solidFill>
                <a:srgbClr val="99660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8" name="Rectangle 22"/>
              <p:cNvSpPr>
                <a:spLocks noChangeArrowheads="1"/>
              </p:cNvSpPr>
              <p:nvPr userDrawn="1"/>
            </p:nvSpPr>
            <p:spPr bwMode="auto">
              <a:xfrm flipV="1">
                <a:off x="5893" y="2387"/>
                <a:ext cx="117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23"/>
            <p:cNvGrpSpPr>
              <a:grpSpLocks/>
            </p:cNvGrpSpPr>
            <p:nvPr userDrawn="1"/>
          </p:nvGrpSpPr>
          <p:grpSpPr bwMode="auto">
            <a:xfrm>
              <a:off x="5893" y="2523"/>
              <a:ext cx="466" cy="115"/>
              <a:chOff x="5893" y="2523"/>
              <a:chExt cx="466" cy="115"/>
            </a:xfrm>
          </p:grpSpPr>
          <p:sp>
            <p:nvSpPr>
              <p:cNvPr id="10311" name="Rectangle 24"/>
              <p:cNvSpPr>
                <a:spLocks noChangeArrowheads="1"/>
              </p:cNvSpPr>
              <p:nvPr userDrawn="1"/>
            </p:nvSpPr>
            <p:spPr bwMode="auto">
              <a:xfrm flipV="1">
                <a:off x="6010" y="2523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2" name="Rectangle 25"/>
              <p:cNvSpPr>
                <a:spLocks noChangeArrowheads="1"/>
              </p:cNvSpPr>
              <p:nvPr userDrawn="1"/>
            </p:nvSpPr>
            <p:spPr bwMode="auto">
              <a:xfrm flipV="1">
                <a:off x="6126" y="2523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3" name="Rectangle 26"/>
              <p:cNvSpPr>
                <a:spLocks noChangeArrowheads="1"/>
              </p:cNvSpPr>
              <p:nvPr userDrawn="1"/>
            </p:nvSpPr>
            <p:spPr bwMode="auto">
              <a:xfrm flipV="1">
                <a:off x="6242" y="2523"/>
                <a:ext cx="117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4" name="Rectangle 27"/>
              <p:cNvSpPr>
                <a:spLocks noChangeArrowheads="1"/>
              </p:cNvSpPr>
              <p:nvPr userDrawn="1"/>
            </p:nvSpPr>
            <p:spPr bwMode="auto">
              <a:xfrm flipV="1">
                <a:off x="5893" y="2523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" name="Group 28"/>
            <p:cNvGrpSpPr>
              <a:grpSpLocks/>
            </p:cNvGrpSpPr>
            <p:nvPr userDrawn="1"/>
          </p:nvGrpSpPr>
          <p:grpSpPr bwMode="auto">
            <a:xfrm>
              <a:off x="5893" y="2659"/>
              <a:ext cx="466" cy="115"/>
              <a:chOff x="5893" y="2659"/>
              <a:chExt cx="466" cy="115"/>
            </a:xfrm>
          </p:grpSpPr>
          <p:sp>
            <p:nvSpPr>
              <p:cNvPr id="10307" name="Rectangle 29"/>
              <p:cNvSpPr>
                <a:spLocks noChangeArrowheads="1"/>
              </p:cNvSpPr>
              <p:nvPr userDrawn="1"/>
            </p:nvSpPr>
            <p:spPr bwMode="auto">
              <a:xfrm flipV="1">
                <a:off x="6010" y="2659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8" name="Rectangle 30"/>
              <p:cNvSpPr>
                <a:spLocks noChangeArrowheads="1"/>
              </p:cNvSpPr>
              <p:nvPr userDrawn="1"/>
            </p:nvSpPr>
            <p:spPr bwMode="auto">
              <a:xfrm flipV="1">
                <a:off x="6126" y="2659"/>
                <a:ext cx="116" cy="115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9" name="Rectangle 31"/>
              <p:cNvSpPr>
                <a:spLocks noChangeArrowheads="1"/>
              </p:cNvSpPr>
              <p:nvPr userDrawn="1"/>
            </p:nvSpPr>
            <p:spPr bwMode="auto">
              <a:xfrm flipV="1">
                <a:off x="6242" y="2659"/>
                <a:ext cx="117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0" name="Rectangle 32"/>
              <p:cNvSpPr>
                <a:spLocks noChangeArrowheads="1"/>
              </p:cNvSpPr>
              <p:nvPr userDrawn="1"/>
            </p:nvSpPr>
            <p:spPr bwMode="auto">
              <a:xfrm flipV="1">
                <a:off x="5893" y="2659"/>
                <a:ext cx="117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33"/>
            <p:cNvGrpSpPr>
              <a:grpSpLocks/>
            </p:cNvGrpSpPr>
            <p:nvPr userDrawn="1"/>
          </p:nvGrpSpPr>
          <p:grpSpPr bwMode="auto">
            <a:xfrm>
              <a:off x="5893" y="2251"/>
              <a:ext cx="466" cy="119"/>
              <a:chOff x="5893" y="2251"/>
              <a:chExt cx="466" cy="119"/>
            </a:xfrm>
          </p:grpSpPr>
          <p:sp>
            <p:nvSpPr>
              <p:cNvPr id="10303" name="Rectangle 34"/>
              <p:cNvSpPr>
                <a:spLocks noChangeArrowheads="1"/>
              </p:cNvSpPr>
              <p:nvPr userDrawn="1"/>
            </p:nvSpPr>
            <p:spPr bwMode="auto">
              <a:xfrm flipV="1">
                <a:off x="6126" y="2251"/>
                <a:ext cx="116" cy="11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4" name="Rectangle 35"/>
              <p:cNvSpPr>
                <a:spLocks noChangeArrowheads="1"/>
              </p:cNvSpPr>
              <p:nvPr userDrawn="1"/>
            </p:nvSpPr>
            <p:spPr bwMode="auto">
              <a:xfrm flipV="1">
                <a:off x="6242" y="2251"/>
                <a:ext cx="117" cy="119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5" name="Rectangle 36"/>
              <p:cNvSpPr>
                <a:spLocks noChangeArrowheads="1"/>
              </p:cNvSpPr>
              <p:nvPr userDrawn="1"/>
            </p:nvSpPr>
            <p:spPr bwMode="auto">
              <a:xfrm flipV="1">
                <a:off x="5893" y="2251"/>
                <a:ext cx="117" cy="119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6" name="Rectangle 37"/>
              <p:cNvSpPr>
                <a:spLocks noChangeArrowheads="1"/>
              </p:cNvSpPr>
              <p:nvPr userDrawn="1"/>
            </p:nvSpPr>
            <p:spPr bwMode="auto">
              <a:xfrm flipV="1">
                <a:off x="6010" y="2251"/>
                <a:ext cx="116" cy="119"/>
              </a:xfrm>
              <a:prstGeom prst="rect">
                <a:avLst/>
              </a:prstGeom>
              <a:solidFill>
                <a:srgbClr val="66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" name="Group 38"/>
            <p:cNvGrpSpPr>
              <a:grpSpLocks/>
            </p:cNvGrpSpPr>
            <p:nvPr userDrawn="1"/>
          </p:nvGrpSpPr>
          <p:grpSpPr bwMode="auto">
            <a:xfrm>
              <a:off x="5893" y="2886"/>
              <a:ext cx="466" cy="115"/>
              <a:chOff x="5893" y="2886"/>
              <a:chExt cx="466" cy="115"/>
            </a:xfrm>
          </p:grpSpPr>
          <p:sp>
            <p:nvSpPr>
              <p:cNvPr id="10299" name="Rectangle 39"/>
              <p:cNvSpPr>
                <a:spLocks noChangeArrowheads="1"/>
              </p:cNvSpPr>
              <p:nvPr userDrawn="1"/>
            </p:nvSpPr>
            <p:spPr bwMode="auto">
              <a:xfrm flipV="1">
                <a:off x="6010" y="2886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0" name="Rectangle 40"/>
              <p:cNvSpPr>
                <a:spLocks noChangeArrowheads="1"/>
              </p:cNvSpPr>
              <p:nvPr userDrawn="1"/>
            </p:nvSpPr>
            <p:spPr bwMode="auto">
              <a:xfrm flipV="1">
                <a:off x="6126" y="2886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1" name="Rectangle 41"/>
              <p:cNvSpPr>
                <a:spLocks noChangeArrowheads="1"/>
              </p:cNvSpPr>
              <p:nvPr userDrawn="1"/>
            </p:nvSpPr>
            <p:spPr bwMode="auto">
              <a:xfrm flipV="1">
                <a:off x="6242" y="2886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2" name="Rectangle 42"/>
              <p:cNvSpPr>
                <a:spLocks noChangeArrowheads="1"/>
              </p:cNvSpPr>
              <p:nvPr userDrawn="1"/>
            </p:nvSpPr>
            <p:spPr bwMode="auto">
              <a:xfrm flipV="1">
                <a:off x="5893" y="2886"/>
                <a:ext cx="117" cy="11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" name="Group 43"/>
            <p:cNvGrpSpPr>
              <a:grpSpLocks/>
            </p:cNvGrpSpPr>
            <p:nvPr userDrawn="1"/>
          </p:nvGrpSpPr>
          <p:grpSpPr bwMode="auto">
            <a:xfrm>
              <a:off x="5893" y="3022"/>
              <a:ext cx="466" cy="115"/>
              <a:chOff x="5893" y="3022"/>
              <a:chExt cx="466" cy="115"/>
            </a:xfrm>
          </p:grpSpPr>
          <p:sp>
            <p:nvSpPr>
              <p:cNvPr id="10295" name="Rectangle 44"/>
              <p:cNvSpPr>
                <a:spLocks noChangeArrowheads="1"/>
              </p:cNvSpPr>
              <p:nvPr userDrawn="1"/>
            </p:nvSpPr>
            <p:spPr bwMode="auto">
              <a:xfrm flipV="1">
                <a:off x="6010" y="3022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6" name="Rectangle 45"/>
              <p:cNvSpPr>
                <a:spLocks noChangeArrowheads="1"/>
              </p:cNvSpPr>
              <p:nvPr userDrawn="1"/>
            </p:nvSpPr>
            <p:spPr bwMode="auto">
              <a:xfrm flipV="1">
                <a:off x="6126" y="3022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7" name="Rectangle 46"/>
              <p:cNvSpPr>
                <a:spLocks noChangeArrowheads="1"/>
              </p:cNvSpPr>
              <p:nvPr userDrawn="1"/>
            </p:nvSpPr>
            <p:spPr bwMode="auto">
              <a:xfrm flipV="1">
                <a:off x="6242" y="3022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8" name="Rectangle 47"/>
              <p:cNvSpPr>
                <a:spLocks noChangeArrowheads="1"/>
              </p:cNvSpPr>
              <p:nvPr userDrawn="1"/>
            </p:nvSpPr>
            <p:spPr bwMode="auto">
              <a:xfrm flipV="1">
                <a:off x="5893" y="3022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" name="Group 48"/>
            <p:cNvGrpSpPr>
              <a:grpSpLocks/>
            </p:cNvGrpSpPr>
            <p:nvPr userDrawn="1"/>
          </p:nvGrpSpPr>
          <p:grpSpPr bwMode="auto">
            <a:xfrm>
              <a:off x="5893" y="3158"/>
              <a:ext cx="466" cy="115"/>
              <a:chOff x="5893" y="3158"/>
              <a:chExt cx="466" cy="115"/>
            </a:xfrm>
          </p:grpSpPr>
          <p:sp>
            <p:nvSpPr>
              <p:cNvPr id="10291" name="Rectangle 49"/>
              <p:cNvSpPr>
                <a:spLocks noChangeArrowheads="1"/>
              </p:cNvSpPr>
              <p:nvPr userDrawn="1"/>
            </p:nvSpPr>
            <p:spPr bwMode="auto">
              <a:xfrm flipV="1">
                <a:off x="6010" y="3158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2" name="Rectangle 50"/>
              <p:cNvSpPr>
                <a:spLocks noChangeArrowheads="1"/>
              </p:cNvSpPr>
              <p:nvPr userDrawn="1"/>
            </p:nvSpPr>
            <p:spPr bwMode="auto">
              <a:xfrm flipV="1">
                <a:off x="6126" y="3158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3" name="Rectangle 51"/>
              <p:cNvSpPr>
                <a:spLocks noChangeArrowheads="1"/>
              </p:cNvSpPr>
              <p:nvPr userDrawn="1"/>
            </p:nvSpPr>
            <p:spPr bwMode="auto">
              <a:xfrm flipV="1">
                <a:off x="6242" y="3158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4" name="Rectangle 52"/>
              <p:cNvSpPr>
                <a:spLocks noChangeArrowheads="1"/>
              </p:cNvSpPr>
              <p:nvPr userDrawn="1"/>
            </p:nvSpPr>
            <p:spPr bwMode="auto">
              <a:xfrm flipV="1">
                <a:off x="5893" y="3158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0" name="Group 53"/>
            <p:cNvGrpSpPr>
              <a:grpSpLocks/>
            </p:cNvGrpSpPr>
            <p:nvPr userDrawn="1"/>
          </p:nvGrpSpPr>
          <p:grpSpPr bwMode="auto">
            <a:xfrm>
              <a:off x="5893" y="3385"/>
              <a:ext cx="466" cy="115"/>
              <a:chOff x="5893" y="3385"/>
              <a:chExt cx="466" cy="115"/>
            </a:xfrm>
          </p:grpSpPr>
          <p:sp>
            <p:nvSpPr>
              <p:cNvPr id="10287" name="Rectangle 54"/>
              <p:cNvSpPr>
                <a:spLocks noChangeArrowheads="1"/>
              </p:cNvSpPr>
              <p:nvPr userDrawn="1"/>
            </p:nvSpPr>
            <p:spPr bwMode="auto">
              <a:xfrm flipV="1">
                <a:off x="6010" y="3385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8" name="Rectangle 55"/>
              <p:cNvSpPr>
                <a:spLocks noChangeArrowheads="1"/>
              </p:cNvSpPr>
              <p:nvPr userDrawn="1"/>
            </p:nvSpPr>
            <p:spPr bwMode="auto">
              <a:xfrm flipV="1">
                <a:off x="6126" y="3385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9" name="Rectangle 56"/>
              <p:cNvSpPr>
                <a:spLocks noChangeArrowheads="1"/>
              </p:cNvSpPr>
              <p:nvPr userDrawn="1"/>
            </p:nvSpPr>
            <p:spPr bwMode="auto">
              <a:xfrm flipV="1">
                <a:off x="6242" y="3385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0" name="Rectangle 57"/>
              <p:cNvSpPr>
                <a:spLocks noChangeArrowheads="1"/>
              </p:cNvSpPr>
              <p:nvPr userDrawn="1"/>
            </p:nvSpPr>
            <p:spPr bwMode="auto">
              <a:xfrm flipV="1">
                <a:off x="5893" y="3385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1" name="Group 58"/>
            <p:cNvGrpSpPr>
              <a:grpSpLocks/>
            </p:cNvGrpSpPr>
            <p:nvPr userDrawn="1"/>
          </p:nvGrpSpPr>
          <p:grpSpPr bwMode="auto">
            <a:xfrm>
              <a:off x="5893" y="3521"/>
              <a:ext cx="466" cy="115"/>
              <a:chOff x="5893" y="3521"/>
              <a:chExt cx="466" cy="115"/>
            </a:xfrm>
          </p:grpSpPr>
          <p:sp>
            <p:nvSpPr>
              <p:cNvPr id="10283" name="Rectangle 59"/>
              <p:cNvSpPr>
                <a:spLocks noChangeArrowheads="1"/>
              </p:cNvSpPr>
              <p:nvPr userDrawn="1"/>
            </p:nvSpPr>
            <p:spPr bwMode="auto">
              <a:xfrm flipV="1">
                <a:off x="6010" y="3521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4" name="Rectangle 60"/>
              <p:cNvSpPr>
                <a:spLocks noChangeArrowheads="1"/>
              </p:cNvSpPr>
              <p:nvPr userDrawn="1"/>
            </p:nvSpPr>
            <p:spPr bwMode="auto">
              <a:xfrm flipV="1">
                <a:off x="6126" y="3521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5" name="Rectangle 61"/>
              <p:cNvSpPr>
                <a:spLocks noChangeArrowheads="1"/>
              </p:cNvSpPr>
              <p:nvPr userDrawn="1"/>
            </p:nvSpPr>
            <p:spPr bwMode="auto">
              <a:xfrm flipV="1">
                <a:off x="6242" y="3521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6" name="Rectangle 62"/>
              <p:cNvSpPr>
                <a:spLocks noChangeArrowheads="1"/>
              </p:cNvSpPr>
              <p:nvPr userDrawn="1"/>
            </p:nvSpPr>
            <p:spPr bwMode="auto">
              <a:xfrm flipV="1">
                <a:off x="5893" y="3521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" name="Group 63"/>
            <p:cNvGrpSpPr>
              <a:grpSpLocks/>
            </p:cNvGrpSpPr>
            <p:nvPr userDrawn="1"/>
          </p:nvGrpSpPr>
          <p:grpSpPr bwMode="auto">
            <a:xfrm>
              <a:off x="5893" y="3657"/>
              <a:ext cx="466" cy="115"/>
              <a:chOff x="5893" y="3657"/>
              <a:chExt cx="466" cy="115"/>
            </a:xfrm>
          </p:grpSpPr>
          <p:sp>
            <p:nvSpPr>
              <p:cNvPr id="10279" name="Rectangle 64"/>
              <p:cNvSpPr>
                <a:spLocks noChangeArrowheads="1"/>
              </p:cNvSpPr>
              <p:nvPr userDrawn="1"/>
            </p:nvSpPr>
            <p:spPr bwMode="auto">
              <a:xfrm flipV="1">
                <a:off x="6010" y="3657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0" name="Rectangle 65"/>
              <p:cNvSpPr>
                <a:spLocks noChangeArrowheads="1"/>
              </p:cNvSpPr>
              <p:nvPr userDrawn="1"/>
            </p:nvSpPr>
            <p:spPr bwMode="auto">
              <a:xfrm flipV="1">
                <a:off x="6126" y="3657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1" name="Rectangle 66"/>
              <p:cNvSpPr>
                <a:spLocks noChangeArrowheads="1"/>
              </p:cNvSpPr>
              <p:nvPr userDrawn="1"/>
            </p:nvSpPr>
            <p:spPr bwMode="auto">
              <a:xfrm flipV="1">
                <a:off x="6242" y="3657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2" name="Rectangle 67"/>
              <p:cNvSpPr>
                <a:spLocks noChangeArrowheads="1"/>
              </p:cNvSpPr>
              <p:nvPr userDrawn="1"/>
            </p:nvSpPr>
            <p:spPr bwMode="auto">
              <a:xfrm flipV="1">
                <a:off x="5893" y="3657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" name="Group 68"/>
            <p:cNvGrpSpPr>
              <a:grpSpLocks/>
            </p:cNvGrpSpPr>
            <p:nvPr userDrawn="1"/>
          </p:nvGrpSpPr>
          <p:grpSpPr bwMode="auto">
            <a:xfrm>
              <a:off x="5893" y="3884"/>
              <a:ext cx="466" cy="115"/>
              <a:chOff x="5893" y="3884"/>
              <a:chExt cx="466" cy="115"/>
            </a:xfrm>
          </p:grpSpPr>
          <p:sp>
            <p:nvSpPr>
              <p:cNvPr id="10275" name="Rectangle 69"/>
              <p:cNvSpPr>
                <a:spLocks noChangeArrowheads="1"/>
              </p:cNvSpPr>
              <p:nvPr userDrawn="1"/>
            </p:nvSpPr>
            <p:spPr bwMode="auto">
              <a:xfrm flipV="1">
                <a:off x="6010" y="3884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6" name="Rectangle 70"/>
              <p:cNvSpPr>
                <a:spLocks noChangeArrowheads="1"/>
              </p:cNvSpPr>
              <p:nvPr userDrawn="1"/>
            </p:nvSpPr>
            <p:spPr bwMode="auto">
              <a:xfrm flipV="1">
                <a:off x="6126" y="3884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7" name="Rectangle 71"/>
              <p:cNvSpPr>
                <a:spLocks noChangeArrowheads="1"/>
              </p:cNvSpPr>
              <p:nvPr userDrawn="1"/>
            </p:nvSpPr>
            <p:spPr bwMode="auto">
              <a:xfrm flipV="1">
                <a:off x="6242" y="3884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8" name="Rectangle 72"/>
              <p:cNvSpPr>
                <a:spLocks noChangeArrowheads="1"/>
              </p:cNvSpPr>
              <p:nvPr userDrawn="1"/>
            </p:nvSpPr>
            <p:spPr bwMode="auto">
              <a:xfrm flipV="1">
                <a:off x="5893" y="3884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4" name="Group 73"/>
            <p:cNvGrpSpPr>
              <a:grpSpLocks/>
            </p:cNvGrpSpPr>
            <p:nvPr userDrawn="1"/>
          </p:nvGrpSpPr>
          <p:grpSpPr bwMode="auto">
            <a:xfrm>
              <a:off x="5893" y="4026"/>
              <a:ext cx="466" cy="115"/>
              <a:chOff x="5893" y="4026"/>
              <a:chExt cx="466" cy="115"/>
            </a:xfrm>
          </p:grpSpPr>
          <p:sp>
            <p:nvSpPr>
              <p:cNvPr id="10271" name="Rectangle 74"/>
              <p:cNvSpPr>
                <a:spLocks noChangeArrowheads="1"/>
              </p:cNvSpPr>
              <p:nvPr userDrawn="1"/>
            </p:nvSpPr>
            <p:spPr bwMode="auto">
              <a:xfrm flipV="1">
                <a:off x="6010" y="4026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2" name="Rectangle 75"/>
              <p:cNvSpPr>
                <a:spLocks noChangeArrowheads="1"/>
              </p:cNvSpPr>
              <p:nvPr userDrawn="1"/>
            </p:nvSpPr>
            <p:spPr bwMode="auto">
              <a:xfrm flipV="1">
                <a:off x="6126" y="4026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3" name="Rectangle 76"/>
              <p:cNvSpPr>
                <a:spLocks noChangeArrowheads="1"/>
              </p:cNvSpPr>
              <p:nvPr userDrawn="1"/>
            </p:nvSpPr>
            <p:spPr bwMode="auto">
              <a:xfrm flipV="1">
                <a:off x="6242" y="4026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4" name="Rectangle 77"/>
              <p:cNvSpPr>
                <a:spLocks noChangeArrowheads="1"/>
              </p:cNvSpPr>
              <p:nvPr userDrawn="1"/>
            </p:nvSpPr>
            <p:spPr bwMode="auto">
              <a:xfrm flipV="1">
                <a:off x="5893" y="4026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5" name="Group 78"/>
            <p:cNvGrpSpPr>
              <a:grpSpLocks/>
            </p:cNvGrpSpPr>
            <p:nvPr userDrawn="1"/>
          </p:nvGrpSpPr>
          <p:grpSpPr bwMode="auto">
            <a:xfrm>
              <a:off x="5893" y="4167"/>
              <a:ext cx="466" cy="115"/>
              <a:chOff x="5893" y="4167"/>
              <a:chExt cx="466" cy="115"/>
            </a:xfrm>
          </p:grpSpPr>
          <p:sp>
            <p:nvSpPr>
              <p:cNvPr id="10267" name="Rectangle 79"/>
              <p:cNvSpPr>
                <a:spLocks noChangeArrowheads="1"/>
              </p:cNvSpPr>
              <p:nvPr userDrawn="1"/>
            </p:nvSpPr>
            <p:spPr bwMode="auto">
              <a:xfrm flipV="1">
                <a:off x="6010" y="4167"/>
                <a:ext cx="116" cy="11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8" name="Rectangle 80"/>
              <p:cNvSpPr>
                <a:spLocks noChangeArrowheads="1"/>
              </p:cNvSpPr>
              <p:nvPr userDrawn="1"/>
            </p:nvSpPr>
            <p:spPr bwMode="auto">
              <a:xfrm flipV="1">
                <a:off x="6126" y="4167"/>
                <a:ext cx="116" cy="1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9" name="Rectangle 81"/>
              <p:cNvSpPr>
                <a:spLocks noChangeArrowheads="1"/>
              </p:cNvSpPr>
              <p:nvPr userDrawn="1"/>
            </p:nvSpPr>
            <p:spPr bwMode="auto">
              <a:xfrm flipV="1">
                <a:off x="6242" y="4167"/>
                <a:ext cx="117" cy="11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0" name="Rectangle 82"/>
              <p:cNvSpPr>
                <a:spLocks noChangeArrowheads="1"/>
              </p:cNvSpPr>
              <p:nvPr userDrawn="1"/>
            </p:nvSpPr>
            <p:spPr bwMode="auto">
              <a:xfrm flipV="1">
                <a:off x="5893" y="4167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251" name="Rectangle 83"/>
          <p:cNvSpPr>
            <a:spLocks noChangeArrowheads="1"/>
          </p:cNvSpPr>
          <p:nvPr/>
        </p:nvSpPr>
        <p:spPr bwMode="auto">
          <a:xfrm>
            <a:off x="9251953" y="1006079"/>
            <a:ext cx="1192213" cy="1739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24" tIns="40063" rIns="80124" bIns="40063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配色参考方案：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</a:rPr>
              <a:t>建议同一页面内不超过四种颜色，以下是</a:t>
            </a:r>
            <a:r>
              <a:rPr lang="en-US" altLang="zh-CN" sz="1100">
                <a:solidFill>
                  <a:srgbClr val="FFFFFF"/>
                </a:solidFill>
              </a:rPr>
              <a:t>13</a:t>
            </a:r>
            <a:r>
              <a:rPr lang="zh-CN" altLang="en-US" sz="1100">
                <a:solidFill>
                  <a:srgbClr val="FFFFFF"/>
                </a:solidFill>
              </a:rPr>
              <a:t>组配色方案，同一页面内只选择一组使用。（仅供参考）</a:t>
            </a:r>
          </a:p>
        </p:txBody>
      </p:sp>
      <p:sp>
        <p:nvSpPr>
          <p:cNvPr id="10252" name="Rectangle 84"/>
          <p:cNvSpPr>
            <a:spLocks noChangeArrowheads="1"/>
          </p:cNvSpPr>
          <p:nvPr/>
        </p:nvSpPr>
        <p:spPr bwMode="auto">
          <a:xfrm>
            <a:off x="9251951" y="5954"/>
            <a:ext cx="1120775" cy="690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24" tIns="40063" rIns="80124" bIns="40063">
            <a:spAutoFit/>
          </a:bodyPr>
          <a:lstStyle/>
          <a:p>
            <a:pPr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</a:pPr>
            <a:r>
              <a:rPr lang="zh-CN" altLang="en-US" sz="1100">
                <a:solidFill>
                  <a:srgbClr val="FFFFFF"/>
                </a:solidFill>
              </a:rPr>
              <a:t>客户或者合作伙伴的标志放在右上角</a:t>
            </a:r>
            <a:r>
              <a:rPr lang="en-US" altLang="zh-CN" sz="1100">
                <a:solidFill>
                  <a:srgbClr val="FFFFFF"/>
                </a:solidFill>
              </a:rPr>
              <a:t>.</a:t>
            </a:r>
            <a:endParaRPr lang="zh-CN" altLang="en-US" sz="1100">
              <a:solidFill>
                <a:srgbClr val="FFFFFF"/>
              </a:solidFill>
            </a:endParaRPr>
          </a:p>
        </p:txBody>
      </p:sp>
      <p:sp>
        <p:nvSpPr>
          <p:cNvPr id="79" name="Rectangle 21"/>
          <p:cNvSpPr>
            <a:spLocks noChangeArrowheads="1"/>
          </p:cNvSpPr>
          <p:nvPr/>
        </p:nvSpPr>
        <p:spPr bwMode="auto">
          <a:xfrm>
            <a:off x="3785717" y="4849453"/>
            <a:ext cx="1648482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82" tIns="0" rIns="80082" bIns="0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Medium"/>
                <a:ea typeface="华文细黑"/>
              </a:rPr>
              <a:t>Huawei Confidential</a:t>
            </a: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auto">
          <a:xfrm>
            <a:off x="6361116" y="4867277"/>
            <a:ext cx="180339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</a:pPr>
            <a:r>
              <a:rPr lang="de-DE" altLang="zh-CN" sz="1200" dirty="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 </a:t>
            </a:r>
            <a:fld id="{A4C34F22-587E-473D-9099-376F4F013A30}" type="slidenum"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pPr eaLnBrk="0" hangingPunct="0">
                <a:lnSpc>
                  <a:spcPct val="85000"/>
                </a:lnSpc>
              </a:pPr>
              <a:t>‹#›</a:t>
            </a:fld>
            <a:endParaRPr lang="en-GB" altLang="zh-CN" sz="1200" dirty="0">
              <a:solidFill>
                <a:srgbClr val="000000"/>
              </a:solidFill>
              <a:latin typeface="FrutigerNext LT Bold" pitchFamily="34" charset="0"/>
              <a:ea typeface="MS PGothic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ransition advClick="0" advTm="8000"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pitchFamily="34" charset="0"/>
          <a:ea typeface="黑体" pitchFamily="49" charset="-122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9" descr="d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668442"/>
            <a:ext cx="9150350" cy="47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" name="Text Box 8"/>
          <p:cNvSpPr txBox="1">
            <a:spLocks noChangeArrowheads="1"/>
          </p:cNvSpPr>
          <p:nvPr/>
        </p:nvSpPr>
        <p:spPr bwMode="auto">
          <a:xfrm>
            <a:off x="755651" y="4838700"/>
            <a:ext cx="253232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80100" bIns="0">
            <a:spAutoFit/>
          </a:bodyPr>
          <a:lstStyle>
            <a:lvl1pPr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</a:p>
        </p:txBody>
      </p:sp>
      <p:pic>
        <p:nvPicPr>
          <p:cNvPr id="10244" name="Picture 9" descr="8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8878" y="4789886"/>
            <a:ext cx="1311275" cy="234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44081"/>
            <a:ext cx="7632700" cy="65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0058" rIns="80116" bIns="400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48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221583"/>
            <a:ext cx="7632700" cy="3145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129" tIns="40064" rIns="80129" bIns="400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49" name="Rectangle 15"/>
          <p:cNvSpPr>
            <a:spLocks noChangeArrowheads="1"/>
          </p:cNvSpPr>
          <p:nvPr/>
        </p:nvSpPr>
        <p:spPr bwMode="auto">
          <a:xfrm>
            <a:off x="-1952624" y="519113"/>
            <a:ext cx="1844675" cy="5523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11" tIns="40057" rIns="80111" bIns="40057">
            <a:spAutoFit/>
          </a:bodyPr>
          <a:lstStyle/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</a:rPr>
              <a:t>:32-35pt  </a:t>
            </a:r>
            <a:endParaRPr lang="zh-CN" altLang="en-US" sz="1100" dirty="0">
              <a:solidFill>
                <a:srgbClr val="FFFFFF"/>
              </a:solidFill>
            </a:endParaRP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</a:rPr>
              <a:t>: R153 G0 B0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</a:rPr>
              <a:t>: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1100" dirty="0" err="1">
                <a:solidFill>
                  <a:srgbClr val="FFFFFF"/>
                </a:solidFill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</a:rPr>
              <a:t> LT Medium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</a:rPr>
              <a:t>: Arial</a:t>
            </a:r>
          </a:p>
          <a:p>
            <a:pPr marL="342842" indent="-342842" algn="r" eaLnBrk="0" hangingPunct="0">
              <a:lnSpc>
                <a:spcPct val="7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altLang="zh-CN" sz="1100" dirty="0">
              <a:solidFill>
                <a:srgbClr val="FFFFFF"/>
              </a:solidFill>
            </a:endParaRP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</a:rPr>
              <a:t>:30-32pt  </a:t>
            </a:r>
            <a:endParaRPr lang="zh-CN" altLang="en-US" sz="1100" dirty="0">
              <a:solidFill>
                <a:srgbClr val="FFFFFF"/>
              </a:solidFill>
            </a:endParaRP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</a:rPr>
              <a:t>: R153 G0 B0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</a:rPr>
              <a:t>:</a:t>
            </a:r>
            <a:r>
              <a:rPr lang="zh-CN" altLang="en-US" sz="1100" dirty="0">
                <a:solidFill>
                  <a:srgbClr val="FFFFFF"/>
                </a:solidFill>
              </a:rPr>
              <a:t>黑体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1100" dirty="0">
              <a:solidFill>
                <a:srgbClr val="FFFFFF"/>
              </a:solidFill>
            </a:endParaRP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1100" dirty="0">
              <a:solidFill>
                <a:srgbClr val="FFFFFF"/>
              </a:solidFill>
            </a:endParaRP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1100" dirty="0">
              <a:solidFill>
                <a:srgbClr val="FFFFFF"/>
              </a:solidFill>
            </a:endParaRP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英文正文</a:t>
            </a:r>
            <a:r>
              <a:rPr lang="en-US" altLang="zh-CN" sz="1100" dirty="0">
                <a:solidFill>
                  <a:srgbClr val="FFFFFF"/>
                </a:solidFill>
              </a:rPr>
              <a:t>:20-22pt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子目录 </a:t>
            </a:r>
            <a:r>
              <a:rPr lang="en-US" altLang="zh-CN" sz="1100" dirty="0">
                <a:solidFill>
                  <a:srgbClr val="FFFFFF"/>
                </a:solidFill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</a:rPr>
              <a:t>) :18pt  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</a:rPr>
              <a:t>:</a:t>
            </a:r>
            <a:r>
              <a:rPr lang="zh-CN" altLang="en-US" sz="1100" dirty="0">
                <a:solidFill>
                  <a:srgbClr val="FFFFFF"/>
                </a:solidFill>
              </a:rPr>
              <a:t>黑色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</a:rPr>
              <a:t>: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1100" dirty="0" err="1">
                <a:solidFill>
                  <a:srgbClr val="FFFFFF"/>
                </a:solidFill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</a:rPr>
              <a:t> LT Regular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</a:rPr>
              <a:t>: Arial</a:t>
            </a:r>
          </a:p>
          <a:p>
            <a:pPr marL="342842" indent="-342842" algn="r" eaLnBrk="0" hangingPunct="0">
              <a:lnSpc>
                <a:spcPct val="7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altLang="zh-CN" sz="1100" dirty="0">
              <a:solidFill>
                <a:srgbClr val="FFFFFF"/>
              </a:solidFill>
            </a:endParaRP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中文正文</a:t>
            </a:r>
            <a:r>
              <a:rPr lang="en-US" altLang="zh-CN" sz="1100" dirty="0">
                <a:solidFill>
                  <a:srgbClr val="FFFFFF"/>
                </a:solidFill>
              </a:rPr>
              <a:t>:18-20pt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子目录</a:t>
            </a:r>
            <a:r>
              <a:rPr lang="en-US" altLang="zh-CN" sz="1100" dirty="0">
                <a:solidFill>
                  <a:srgbClr val="FFFFFF"/>
                </a:solidFill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</a:rPr>
              <a:t>):18pt </a:t>
            </a:r>
            <a:endParaRPr lang="zh-CN" altLang="en-US" sz="1100" dirty="0">
              <a:solidFill>
                <a:srgbClr val="FFFFFF"/>
              </a:solidFill>
            </a:endParaRP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</a:rPr>
              <a:t>:</a:t>
            </a:r>
            <a:r>
              <a:rPr lang="zh-CN" altLang="en-US" sz="1100" dirty="0">
                <a:solidFill>
                  <a:srgbClr val="FFFFFF"/>
                </a:solidFill>
              </a:rPr>
              <a:t>黑色</a:t>
            </a:r>
          </a:p>
          <a:p>
            <a:pPr marL="342842" indent="-342842" algn="r" eaLnBrk="0" hangingPunct="0">
              <a:lnSpc>
                <a:spcPct val="12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</a:rPr>
              <a:t>:</a:t>
            </a:r>
            <a:r>
              <a:rPr lang="zh-CN" altLang="en-US" sz="1100" dirty="0">
                <a:solidFill>
                  <a:srgbClr val="FFFFFF"/>
                </a:solidFill>
              </a:rPr>
              <a:t>细黑体</a:t>
            </a: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华文细黑" pitchFamily="2" charset="-122"/>
              </a:rPr>
              <a:t> 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324979" y="2633663"/>
            <a:ext cx="919163" cy="2418159"/>
            <a:chOff x="5839" y="2251"/>
            <a:chExt cx="579" cy="2031"/>
          </a:xfrm>
        </p:grpSpPr>
        <p:sp>
          <p:nvSpPr>
            <p:cNvPr id="10253" name="Rectangle 17"/>
            <p:cNvSpPr>
              <a:spLocks noChangeArrowheads="1"/>
            </p:cNvSpPr>
            <p:nvPr userDrawn="1"/>
          </p:nvSpPr>
          <p:spPr bwMode="auto">
            <a:xfrm>
              <a:off x="5839" y="3104"/>
              <a:ext cx="579" cy="3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25" tIns="45712" rIns="91425" bIns="45712" anchor="ctr">
              <a:spAutoFit/>
            </a:bodyPr>
            <a:lstStyle/>
            <a:p>
              <a:endParaRPr lang="zh-CN" altLang="en-US" dirty="0">
                <a:solidFill>
                  <a:srgbClr val="000000"/>
                </a:solidFill>
              </a:endParaRPr>
            </a:p>
          </p:txBody>
        </p:sp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5893" y="2387"/>
              <a:ext cx="466" cy="115"/>
              <a:chOff x="5893" y="2387"/>
              <a:chExt cx="466" cy="115"/>
            </a:xfrm>
          </p:grpSpPr>
          <p:sp>
            <p:nvSpPr>
              <p:cNvPr id="10315" name="Rectangle 19"/>
              <p:cNvSpPr>
                <a:spLocks noChangeArrowheads="1"/>
              </p:cNvSpPr>
              <p:nvPr userDrawn="1"/>
            </p:nvSpPr>
            <p:spPr bwMode="auto">
              <a:xfrm flipV="1">
                <a:off x="6010" y="2387"/>
                <a:ext cx="116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6" name="Rectangle 20"/>
              <p:cNvSpPr>
                <a:spLocks noChangeArrowheads="1"/>
              </p:cNvSpPr>
              <p:nvPr userDrawn="1"/>
            </p:nvSpPr>
            <p:spPr bwMode="auto">
              <a:xfrm flipV="1">
                <a:off x="6126" y="2387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7" name="Rectangle 21"/>
              <p:cNvSpPr>
                <a:spLocks noChangeArrowheads="1"/>
              </p:cNvSpPr>
              <p:nvPr userDrawn="1"/>
            </p:nvSpPr>
            <p:spPr bwMode="auto">
              <a:xfrm flipV="1">
                <a:off x="6242" y="2387"/>
                <a:ext cx="117" cy="115"/>
              </a:xfrm>
              <a:prstGeom prst="rect">
                <a:avLst/>
              </a:prstGeom>
              <a:solidFill>
                <a:srgbClr val="99660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8" name="Rectangle 22"/>
              <p:cNvSpPr>
                <a:spLocks noChangeArrowheads="1"/>
              </p:cNvSpPr>
              <p:nvPr userDrawn="1"/>
            </p:nvSpPr>
            <p:spPr bwMode="auto">
              <a:xfrm flipV="1">
                <a:off x="5893" y="2387"/>
                <a:ext cx="117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23"/>
            <p:cNvGrpSpPr>
              <a:grpSpLocks/>
            </p:cNvGrpSpPr>
            <p:nvPr userDrawn="1"/>
          </p:nvGrpSpPr>
          <p:grpSpPr bwMode="auto">
            <a:xfrm>
              <a:off x="5893" y="2523"/>
              <a:ext cx="466" cy="115"/>
              <a:chOff x="5893" y="2523"/>
              <a:chExt cx="466" cy="115"/>
            </a:xfrm>
          </p:grpSpPr>
          <p:sp>
            <p:nvSpPr>
              <p:cNvPr id="10311" name="Rectangle 24"/>
              <p:cNvSpPr>
                <a:spLocks noChangeArrowheads="1"/>
              </p:cNvSpPr>
              <p:nvPr userDrawn="1"/>
            </p:nvSpPr>
            <p:spPr bwMode="auto">
              <a:xfrm flipV="1">
                <a:off x="6010" y="2523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2" name="Rectangle 25"/>
              <p:cNvSpPr>
                <a:spLocks noChangeArrowheads="1"/>
              </p:cNvSpPr>
              <p:nvPr userDrawn="1"/>
            </p:nvSpPr>
            <p:spPr bwMode="auto">
              <a:xfrm flipV="1">
                <a:off x="6126" y="2523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3" name="Rectangle 26"/>
              <p:cNvSpPr>
                <a:spLocks noChangeArrowheads="1"/>
              </p:cNvSpPr>
              <p:nvPr userDrawn="1"/>
            </p:nvSpPr>
            <p:spPr bwMode="auto">
              <a:xfrm flipV="1">
                <a:off x="6242" y="2523"/>
                <a:ext cx="117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4" name="Rectangle 27"/>
              <p:cNvSpPr>
                <a:spLocks noChangeArrowheads="1"/>
              </p:cNvSpPr>
              <p:nvPr userDrawn="1"/>
            </p:nvSpPr>
            <p:spPr bwMode="auto">
              <a:xfrm flipV="1">
                <a:off x="5893" y="2523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" name="Group 28"/>
            <p:cNvGrpSpPr>
              <a:grpSpLocks/>
            </p:cNvGrpSpPr>
            <p:nvPr userDrawn="1"/>
          </p:nvGrpSpPr>
          <p:grpSpPr bwMode="auto">
            <a:xfrm>
              <a:off x="5893" y="2659"/>
              <a:ext cx="466" cy="115"/>
              <a:chOff x="5893" y="2659"/>
              <a:chExt cx="466" cy="115"/>
            </a:xfrm>
          </p:grpSpPr>
          <p:sp>
            <p:nvSpPr>
              <p:cNvPr id="10307" name="Rectangle 29"/>
              <p:cNvSpPr>
                <a:spLocks noChangeArrowheads="1"/>
              </p:cNvSpPr>
              <p:nvPr userDrawn="1"/>
            </p:nvSpPr>
            <p:spPr bwMode="auto">
              <a:xfrm flipV="1">
                <a:off x="6010" y="2659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8" name="Rectangle 30"/>
              <p:cNvSpPr>
                <a:spLocks noChangeArrowheads="1"/>
              </p:cNvSpPr>
              <p:nvPr userDrawn="1"/>
            </p:nvSpPr>
            <p:spPr bwMode="auto">
              <a:xfrm flipV="1">
                <a:off x="6126" y="2659"/>
                <a:ext cx="116" cy="115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9" name="Rectangle 31"/>
              <p:cNvSpPr>
                <a:spLocks noChangeArrowheads="1"/>
              </p:cNvSpPr>
              <p:nvPr userDrawn="1"/>
            </p:nvSpPr>
            <p:spPr bwMode="auto">
              <a:xfrm flipV="1">
                <a:off x="6242" y="2659"/>
                <a:ext cx="117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0" name="Rectangle 32"/>
              <p:cNvSpPr>
                <a:spLocks noChangeArrowheads="1"/>
              </p:cNvSpPr>
              <p:nvPr userDrawn="1"/>
            </p:nvSpPr>
            <p:spPr bwMode="auto">
              <a:xfrm flipV="1">
                <a:off x="5893" y="2659"/>
                <a:ext cx="117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33"/>
            <p:cNvGrpSpPr>
              <a:grpSpLocks/>
            </p:cNvGrpSpPr>
            <p:nvPr userDrawn="1"/>
          </p:nvGrpSpPr>
          <p:grpSpPr bwMode="auto">
            <a:xfrm>
              <a:off x="5893" y="2251"/>
              <a:ext cx="466" cy="119"/>
              <a:chOff x="5893" y="2251"/>
              <a:chExt cx="466" cy="119"/>
            </a:xfrm>
          </p:grpSpPr>
          <p:sp>
            <p:nvSpPr>
              <p:cNvPr id="10303" name="Rectangle 34"/>
              <p:cNvSpPr>
                <a:spLocks noChangeArrowheads="1"/>
              </p:cNvSpPr>
              <p:nvPr userDrawn="1"/>
            </p:nvSpPr>
            <p:spPr bwMode="auto">
              <a:xfrm flipV="1">
                <a:off x="6126" y="2251"/>
                <a:ext cx="116" cy="11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4" name="Rectangle 35"/>
              <p:cNvSpPr>
                <a:spLocks noChangeArrowheads="1"/>
              </p:cNvSpPr>
              <p:nvPr userDrawn="1"/>
            </p:nvSpPr>
            <p:spPr bwMode="auto">
              <a:xfrm flipV="1">
                <a:off x="6242" y="2251"/>
                <a:ext cx="117" cy="119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5" name="Rectangle 36"/>
              <p:cNvSpPr>
                <a:spLocks noChangeArrowheads="1"/>
              </p:cNvSpPr>
              <p:nvPr userDrawn="1"/>
            </p:nvSpPr>
            <p:spPr bwMode="auto">
              <a:xfrm flipV="1">
                <a:off x="5893" y="2251"/>
                <a:ext cx="117" cy="119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6" name="Rectangle 37"/>
              <p:cNvSpPr>
                <a:spLocks noChangeArrowheads="1"/>
              </p:cNvSpPr>
              <p:nvPr userDrawn="1"/>
            </p:nvSpPr>
            <p:spPr bwMode="auto">
              <a:xfrm flipV="1">
                <a:off x="6010" y="2251"/>
                <a:ext cx="116" cy="119"/>
              </a:xfrm>
              <a:prstGeom prst="rect">
                <a:avLst/>
              </a:prstGeom>
              <a:solidFill>
                <a:srgbClr val="66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" name="Group 38"/>
            <p:cNvGrpSpPr>
              <a:grpSpLocks/>
            </p:cNvGrpSpPr>
            <p:nvPr userDrawn="1"/>
          </p:nvGrpSpPr>
          <p:grpSpPr bwMode="auto">
            <a:xfrm>
              <a:off x="5893" y="2886"/>
              <a:ext cx="466" cy="115"/>
              <a:chOff x="5893" y="2886"/>
              <a:chExt cx="466" cy="115"/>
            </a:xfrm>
          </p:grpSpPr>
          <p:sp>
            <p:nvSpPr>
              <p:cNvPr id="10299" name="Rectangle 39"/>
              <p:cNvSpPr>
                <a:spLocks noChangeArrowheads="1"/>
              </p:cNvSpPr>
              <p:nvPr userDrawn="1"/>
            </p:nvSpPr>
            <p:spPr bwMode="auto">
              <a:xfrm flipV="1">
                <a:off x="6010" y="2886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0" name="Rectangle 40"/>
              <p:cNvSpPr>
                <a:spLocks noChangeArrowheads="1"/>
              </p:cNvSpPr>
              <p:nvPr userDrawn="1"/>
            </p:nvSpPr>
            <p:spPr bwMode="auto">
              <a:xfrm flipV="1">
                <a:off x="6126" y="2886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1" name="Rectangle 41"/>
              <p:cNvSpPr>
                <a:spLocks noChangeArrowheads="1"/>
              </p:cNvSpPr>
              <p:nvPr userDrawn="1"/>
            </p:nvSpPr>
            <p:spPr bwMode="auto">
              <a:xfrm flipV="1">
                <a:off x="6242" y="2886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2" name="Rectangle 42"/>
              <p:cNvSpPr>
                <a:spLocks noChangeArrowheads="1"/>
              </p:cNvSpPr>
              <p:nvPr userDrawn="1"/>
            </p:nvSpPr>
            <p:spPr bwMode="auto">
              <a:xfrm flipV="1">
                <a:off x="5893" y="2886"/>
                <a:ext cx="117" cy="11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" name="Group 43"/>
            <p:cNvGrpSpPr>
              <a:grpSpLocks/>
            </p:cNvGrpSpPr>
            <p:nvPr userDrawn="1"/>
          </p:nvGrpSpPr>
          <p:grpSpPr bwMode="auto">
            <a:xfrm>
              <a:off x="5893" y="3022"/>
              <a:ext cx="466" cy="115"/>
              <a:chOff x="5893" y="3022"/>
              <a:chExt cx="466" cy="115"/>
            </a:xfrm>
          </p:grpSpPr>
          <p:sp>
            <p:nvSpPr>
              <p:cNvPr id="10295" name="Rectangle 44"/>
              <p:cNvSpPr>
                <a:spLocks noChangeArrowheads="1"/>
              </p:cNvSpPr>
              <p:nvPr userDrawn="1"/>
            </p:nvSpPr>
            <p:spPr bwMode="auto">
              <a:xfrm flipV="1">
                <a:off x="6010" y="3022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6" name="Rectangle 45"/>
              <p:cNvSpPr>
                <a:spLocks noChangeArrowheads="1"/>
              </p:cNvSpPr>
              <p:nvPr userDrawn="1"/>
            </p:nvSpPr>
            <p:spPr bwMode="auto">
              <a:xfrm flipV="1">
                <a:off x="6126" y="3022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7" name="Rectangle 46"/>
              <p:cNvSpPr>
                <a:spLocks noChangeArrowheads="1"/>
              </p:cNvSpPr>
              <p:nvPr userDrawn="1"/>
            </p:nvSpPr>
            <p:spPr bwMode="auto">
              <a:xfrm flipV="1">
                <a:off x="6242" y="3022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8" name="Rectangle 47"/>
              <p:cNvSpPr>
                <a:spLocks noChangeArrowheads="1"/>
              </p:cNvSpPr>
              <p:nvPr userDrawn="1"/>
            </p:nvSpPr>
            <p:spPr bwMode="auto">
              <a:xfrm flipV="1">
                <a:off x="5893" y="3022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" name="Group 48"/>
            <p:cNvGrpSpPr>
              <a:grpSpLocks/>
            </p:cNvGrpSpPr>
            <p:nvPr userDrawn="1"/>
          </p:nvGrpSpPr>
          <p:grpSpPr bwMode="auto">
            <a:xfrm>
              <a:off x="5893" y="3158"/>
              <a:ext cx="466" cy="115"/>
              <a:chOff x="5893" y="3158"/>
              <a:chExt cx="466" cy="115"/>
            </a:xfrm>
          </p:grpSpPr>
          <p:sp>
            <p:nvSpPr>
              <p:cNvPr id="10291" name="Rectangle 49"/>
              <p:cNvSpPr>
                <a:spLocks noChangeArrowheads="1"/>
              </p:cNvSpPr>
              <p:nvPr userDrawn="1"/>
            </p:nvSpPr>
            <p:spPr bwMode="auto">
              <a:xfrm flipV="1">
                <a:off x="6010" y="3158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2" name="Rectangle 50"/>
              <p:cNvSpPr>
                <a:spLocks noChangeArrowheads="1"/>
              </p:cNvSpPr>
              <p:nvPr userDrawn="1"/>
            </p:nvSpPr>
            <p:spPr bwMode="auto">
              <a:xfrm flipV="1">
                <a:off x="6126" y="3158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3" name="Rectangle 51"/>
              <p:cNvSpPr>
                <a:spLocks noChangeArrowheads="1"/>
              </p:cNvSpPr>
              <p:nvPr userDrawn="1"/>
            </p:nvSpPr>
            <p:spPr bwMode="auto">
              <a:xfrm flipV="1">
                <a:off x="6242" y="3158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4" name="Rectangle 52"/>
              <p:cNvSpPr>
                <a:spLocks noChangeArrowheads="1"/>
              </p:cNvSpPr>
              <p:nvPr userDrawn="1"/>
            </p:nvSpPr>
            <p:spPr bwMode="auto">
              <a:xfrm flipV="1">
                <a:off x="5893" y="3158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0" name="Group 53"/>
            <p:cNvGrpSpPr>
              <a:grpSpLocks/>
            </p:cNvGrpSpPr>
            <p:nvPr userDrawn="1"/>
          </p:nvGrpSpPr>
          <p:grpSpPr bwMode="auto">
            <a:xfrm>
              <a:off x="5893" y="3385"/>
              <a:ext cx="466" cy="115"/>
              <a:chOff x="5893" y="3385"/>
              <a:chExt cx="466" cy="115"/>
            </a:xfrm>
          </p:grpSpPr>
          <p:sp>
            <p:nvSpPr>
              <p:cNvPr id="10287" name="Rectangle 54"/>
              <p:cNvSpPr>
                <a:spLocks noChangeArrowheads="1"/>
              </p:cNvSpPr>
              <p:nvPr userDrawn="1"/>
            </p:nvSpPr>
            <p:spPr bwMode="auto">
              <a:xfrm flipV="1">
                <a:off x="6010" y="3385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8" name="Rectangle 55"/>
              <p:cNvSpPr>
                <a:spLocks noChangeArrowheads="1"/>
              </p:cNvSpPr>
              <p:nvPr userDrawn="1"/>
            </p:nvSpPr>
            <p:spPr bwMode="auto">
              <a:xfrm flipV="1">
                <a:off x="6126" y="3385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9" name="Rectangle 56"/>
              <p:cNvSpPr>
                <a:spLocks noChangeArrowheads="1"/>
              </p:cNvSpPr>
              <p:nvPr userDrawn="1"/>
            </p:nvSpPr>
            <p:spPr bwMode="auto">
              <a:xfrm flipV="1">
                <a:off x="6242" y="3385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0" name="Rectangle 57"/>
              <p:cNvSpPr>
                <a:spLocks noChangeArrowheads="1"/>
              </p:cNvSpPr>
              <p:nvPr userDrawn="1"/>
            </p:nvSpPr>
            <p:spPr bwMode="auto">
              <a:xfrm flipV="1">
                <a:off x="5893" y="3385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1" name="Group 58"/>
            <p:cNvGrpSpPr>
              <a:grpSpLocks/>
            </p:cNvGrpSpPr>
            <p:nvPr userDrawn="1"/>
          </p:nvGrpSpPr>
          <p:grpSpPr bwMode="auto">
            <a:xfrm>
              <a:off x="5893" y="3521"/>
              <a:ext cx="466" cy="115"/>
              <a:chOff x="5893" y="3521"/>
              <a:chExt cx="466" cy="115"/>
            </a:xfrm>
          </p:grpSpPr>
          <p:sp>
            <p:nvSpPr>
              <p:cNvPr id="10283" name="Rectangle 59"/>
              <p:cNvSpPr>
                <a:spLocks noChangeArrowheads="1"/>
              </p:cNvSpPr>
              <p:nvPr userDrawn="1"/>
            </p:nvSpPr>
            <p:spPr bwMode="auto">
              <a:xfrm flipV="1">
                <a:off x="6010" y="3521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4" name="Rectangle 60"/>
              <p:cNvSpPr>
                <a:spLocks noChangeArrowheads="1"/>
              </p:cNvSpPr>
              <p:nvPr userDrawn="1"/>
            </p:nvSpPr>
            <p:spPr bwMode="auto">
              <a:xfrm flipV="1">
                <a:off x="6126" y="3521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5" name="Rectangle 61"/>
              <p:cNvSpPr>
                <a:spLocks noChangeArrowheads="1"/>
              </p:cNvSpPr>
              <p:nvPr userDrawn="1"/>
            </p:nvSpPr>
            <p:spPr bwMode="auto">
              <a:xfrm flipV="1">
                <a:off x="6242" y="3521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6" name="Rectangle 62"/>
              <p:cNvSpPr>
                <a:spLocks noChangeArrowheads="1"/>
              </p:cNvSpPr>
              <p:nvPr userDrawn="1"/>
            </p:nvSpPr>
            <p:spPr bwMode="auto">
              <a:xfrm flipV="1">
                <a:off x="5893" y="3521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" name="Group 63"/>
            <p:cNvGrpSpPr>
              <a:grpSpLocks/>
            </p:cNvGrpSpPr>
            <p:nvPr userDrawn="1"/>
          </p:nvGrpSpPr>
          <p:grpSpPr bwMode="auto">
            <a:xfrm>
              <a:off x="5893" y="3657"/>
              <a:ext cx="466" cy="115"/>
              <a:chOff x="5893" y="3657"/>
              <a:chExt cx="466" cy="115"/>
            </a:xfrm>
          </p:grpSpPr>
          <p:sp>
            <p:nvSpPr>
              <p:cNvPr id="10279" name="Rectangle 64"/>
              <p:cNvSpPr>
                <a:spLocks noChangeArrowheads="1"/>
              </p:cNvSpPr>
              <p:nvPr userDrawn="1"/>
            </p:nvSpPr>
            <p:spPr bwMode="auto">
              <a:xfrm flipV="1">
                <a:off x="6010" y="3657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0" name="Rectangle 65"/>
              <p:cNvSpPr>
                <a:spLocks noChangeArrowheads="1"/>
              </p:cNvSpPr>
              <p:nvPr userDrawn="1"/>
            </p:nvSpPr>
            <p:spPr bwMode="auto">
              <a:xfrm flipV="1">
                <a:off x="6126" y="3657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1" name="Rectangle 66"/>
              <p:cNvSpPr>
                <a:spLocks noChangeArrowheads="1"/>
              </p:cNvSpPr>
              <p:nvPr userDrawn="1"/>
            </p:nvSpPr>
            <p:spPr bwMode="auto">
              <a:xfrm flipV="1">
                <a:off x="6242" y="3657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2" name="Rectangle 67"/>
              <p:cNvSpPr>
                <a:spLocks noChangeArrowheads="1"/>
              </p:cNvSpPr>
              <p:nvPr userDrawn="1"/>
            </p:nvSpPr>
            <p:spPr bwMode="auto">
              <a:xfrm flipV="1">
                <a:off x="5893" y="3657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" name="Group 68"/>
            <p:cNvGrpSpPr>
              <a:grpSpLocks/>
            </p:cNvGrpSpPr>
            <p:nvPr userDrawn="1"/>
          </p:nvGrpSpPr>
          <p:grpSpPr bwMode="auto">
            <a:xfrm>
              <a:off x="5893" y="3884"/>
              <a:ext cx="466" cy="115"/>
              <a:chOff x="5893" y="3884"/>
              <a:chExt cx="466" cy="115"/>
            </a:xfrm>
          </p:grpSpPr>
          <p:sp>
            <p:nvSpPr>
              <p:cNvPr id="10275" name="Rectangle 69"/>
              <p:cNvSpPr>
                <a:spLocks noChangeArrowheads="1"/>
              </p:cNvSpPr>
              <p:nvPr userDrawn="1"/>
            </p:nvSpPr>
            <p:spPr bwMode="auto">
              <a:xfrm flipV="1">
                <a:off x="6010" y="3884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6" name="Rectangle 70"/>
              <p:cNvSpPr>
                <a:spLocks noChangeArrowheads="1"/>
              </p:cNvSpPr>
              <p:nvPr userDrawn="1"/>
            </p:nvSpPr>
            <p:spPr bwMode="auto">
              <a:xfrm flipV="1">
                <a:off x="6126" y="3884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7" name="Rectangle 71"/>
              <p:cNvSpPr>
                <a:spLocks noChangeArrowheads="1"/>
              </p:cNvSpPr>
              <p:nvPr userDrawn="1"/>
            </p:nvSpPr>
            <p:spPr bwMode="auto">
              <a:xfrm flipV="1">
                <a:off x="6242" y="3884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8" name="Rectangle 72"/>
              <p:cNvSpPr>
                <a:spLocks noChangeArrowheads="1"/>
              </p:cNvSpPr>
              <p:nvPr userDrawn="1"/>
            </p:nvSpPr>
            <p:spPr bwMode="auto">
              <a:xfrm flipV="1">
                <a:off x="5893" y="3884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4" name="Group 73"/>
            <p:cNvGrpSpPr>
              <a:grpSpLocks/>
            </p:cNvGrpSpPr>
            <p:nvPr userDrawn="1"/>
          </p:nvGrpSpPr>
          <p:grpSpPr bwMode="auto">
            <a:xfrm>
              <a:off x="5893" y="4026"/>
              <a:ext cx="466" cy="115"/>
              <a:chOff x="5893" y="4026"/>
              <a:chExt cx="466" cy="115"/>
            </a:xfrm>
          </p:grpSpPr>
          <p:sp>
            <p:nvSpPr>
              <p:cNvPr id="10271" name="Rectangle 74"/>
              <p:cNvSpPr>
                <a:spLocks noChangeArrowheads="1"/>
              </p:cNvSpPr>
              <p:nvPr userDrawn="1"/>
            </p:nvSpPr>
            <p:spPr bwMode="auto">
              <a:xfrm flipV="1">
                <a:off x="6010" y="4026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2" name="Rectangle 75"/>
              <p:cNvSpPr>
                <a:spLocks noChangeArrowheads="1"/>
              </p:cNvSpPr>
              <p:nvPr userDrawn="1"/>
            </p:nvSpPr>
            <p:spPr bwMode="auto">
              <a:xfrm flipV="1">
                <a:off x="6126" y="4026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3" name="Rectangle 76"/>
              <p:cNvSpPr>
                <a:spLocks noChangeArrowheads="1"/>
              </p:cNvSpPr>
              <p:nvPr userDrawn="1"/>
            </p:nvSpPr>
            <p:spPr bwMode="auto">
              <a:xfrm flipV="1">
                <a:off x="6242" y="4026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4" name="Rectangle 77"/>
              <p:cNvSpPr>
                <a:spLocks noChangeArrowheads="1"/>
              </p:cNvSpPr>
              <p:nvPr userDrawn="1"/>
            </p:nvSpPr>
            <p:spPr bwMode="auto">
              <a:xfrm flipV="1">
                <a:off x="5893" y="4026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5" name="Group 78"/>
            <p:cNvGrpSpPr>
              <a:grpSpLocks/>
            </p:cNvGrpSpPr>
            <p:nvPr userDrawn="1"/>
          </p:nvGrpSpPr>
          <p:grpSpPr bwMode="auto">
            <a:xfrm>
              <a:off x="5893" y="4167"/>
              <a:ext cx="466" cy="115"/>
              <a:chOff x="5893" y="4167"/>
              <a:chExt cx="466" cy="115"/>
            </a:xfrm>
          </p:grpSpPr>
          <p:sp>
            <p:nvSpPr>
              <p:cNvPr id="10267" name="Rectangle 79"/>
              <p:cNvSpPr>
                <a:spLocks noChangeArrowheads="1"/>
              </p:cNvSpPr>
              <p:nvPr userDrawn="1"/>
            </p:nvSpPr>
            <p:spPr bwMode="auto">
              <a:xfrm flipV="1">
                <a:off x="6010" y="4167"/>
                <a:ext cx="116" cy="11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8" name="Rectangle 80"/>
              <p:cNvSpPr>
                <a:spLocks noChangeArrowheads="1"/>
              </p:cNvSpPr>
              <p:nvPr userDrawn="1"/>
            </p:nvSpPr>
            <p:spPr bwMode="auto">
              <a:xfrm flipV="1">
                <a:off x="6126" y="4167"/>
                <a:ext cx="116" cy="1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9" name="Rectangle 81"/>
              <p:cNvSpPr>
                <a:spLocks noChangeArrowheads="1"/>
              </p:cNvSpPr>
              <p:nvPr userDrawn="1"/>
            </p:nvSpPr>
            <p:spPr bwMode="auto">
              <a:xfrm flipV="1">
                <a:off x="6242" y="4167"/>
                <a:ext cx="117" cy="11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0" name="Rectangle 82"/>
              <p:cNvSpPr>
                <a:spLocks noChangeArrowheads="1"/>
              </p:cNvSpPr>
              <p:nvPr userDrawn="1"/>
            </p:nvSpPr>
            <p:spPr bwMode="auto">
              <a:xfrm flipV="1">
                <a:off x="5893" y="4167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251" name="Rectangle 83"/>
          <p:cNvSpPr>
            <a:spLocks noChangeArrowheads="1"/>
          </p:cNvSpPr>
          <p:nvPr/>
        </p:nvSpPr>
        <p:spPr bwMode="auto">
          <a:xfrm>
            <a:off x="9251954" y="1006078"/>
            <a:ext cx="1192213" cy="173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11" tIns="40057" rIns="80111" bIns="40057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配色参考方案：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建议同一页面内不超过四种颜色，以下是</a:t>
            </a:r>
            <a:r>
              <a:rPr lang="en-US" altLang="zh-CN" sz="1100" dirty="0">
                <a:solidFill>
                  <a:srgbClr val="FFFFFF"/>
                </a:solidFill>
              </a:rPr>
              <a:t>13</a:t>
            </a:r>
            <a:r>
              <a:rPr lang="zh-CN" altLang="en-US" sz="1100" dirty="0">
                <a:solidFill>
                  <a:srgbClr val="FFFFFF"/>
                </a:solidFill>
              </a:rPr>
              <a:t>组配色方案，同一页面内只选择一组使用。（仅供参考）</a:t>
            </a:r>
          </a:p>
        </p:txBody>
      </p:sp>
      <p:sp>
        <p:nvSpPr>
          <p:cNvPr id="10252" name="Rectangle 84"/>
          <p:cNvSpPr>
            <a:spLocks noChangeArrowheads="1"/>
          </p:cNvSpPr>
          <p:nvPr/>
        </p:nvSpPr>
        <p:spPr bwMode="auto">
          <a:xfrm>
            <a:off x="9251951" y="5953"/>
            <a:ext cx="1120775" cy="690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11" tIns="40057" rIns="80111" bIns="40057">
            <a:spAutoFit/>
          </a:bodyPr>
          <a:lstStyle/>
          <a:p>
            <a:pPr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客户或者合作伙伴的标志放在右上角</a:t>
            </a:r>
            <a:r>
              <a:rPr lang="en-US" altLang="zh-CN" sz="1100" dirty="0">
                <a:solidFill>
                  <a:srgbClr val="FFFFFF"/>
                </a:solidFill>
              </a:rPr>
              <a:t>.</a:t>
            </a:r>
            <a:endParaRPr lang="zh-CN" altLang="en-US" sz="1100" dirty="0">
              <a:solidFill>
                <a:srgbClr val="FFFFFF"/>
              </a:solidFill>
            </a:endParaRPr>
          </a:p>
        </p:txBody>
      </p:sp>
      <p:sp>
        <p:nvSpPr>
          <p:cNvPr id="79" name="Rectangle 21"/>
          <p:cNvSpPr>
            <a:spLocks noChangeArrowheads="1"/>
          </p:cNvSpPr>
          <p:nvPr/>
        </p:nvSpPr>
        <p:spPr bwMode="auto">
          <a:xfrm>
            <a:off x="3785718" y="4849453"/>
            <a:ext cx="1648456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69" tIns="0" rIns="80069" bIns="0">
            <a:spAutoFit/>
          </a:bodyPr>
          <a:lstStyle/>
          <a:p>
            <a:pPr defTabSz="801553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Medium"/>
                <a:ea typeface="华文细黑"/>
              </a:rPr>
              <a:t>Huawei Confidential</a:t>
            </a: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auto">
          <a:xfrm>
            <a:off x="6361117" y="4867277"/>
            <a:ext cx="180339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</a:pPr>
            <a:r>
              <a:rPr lang="de-DE" altLang="zh-CN" sz="1200" dirty="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 </a:t>
            </a:r>
            <a:fld id="{A4C34F22-587E-473D-9099-376F4F013A30}" type="slidenum"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pPr eaLnBrk="0" hangingPunct="0">
                <a:lnSpc>
                  <a:spcPct val="85000"/>
                </a:lnSpc>
              </a:pPr>
              <a:t>‹#›</a:t>
            </a:fld>
            <a:endParaRPr lang="en-GB" altLang="zh-CN" sz="1200" dirty="0">
              <a:solidFill>
                <a:srgbClr val="000000"/>
              </a:solidFill>
              <a:latin typeface="FrutigerNext LT Bold" pitchFamily="34" charset="0"/>
              <a:ea typeface="MS PGothic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pitchFamily="34" charset="0"/>
          <a:ea typeface="黑体" pitchFamily="49" charset="-122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5pPr>
      <a:lvl6pPr marL="457123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245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368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491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842" indent="-342842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黑体" pitchFamily="49" charset="-122"/>
          <a:cs typeface="+mn-cs"/>
        </a:defRPr>
      </a:lvl1pPr>
      <a:lvl2pPr marL="742824" indent="-285702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2806" indent="-228561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599929" indent="-228561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2057052" indent="-228561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175" indent="-22856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297" indent="-22856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8420" indent="-22856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5543" indent="-22856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3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5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68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1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14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36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59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82" algn="l" defTabSz="9142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7" descr="7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4666060"/>
            <a:ext cx="9142413" cy="4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52464" y="4829175"/>
            <a:ext cx="2613211" cy="2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3" tIns="40053" rIns="80103" bIns="40053">
            <a:spAutoFit/>
          </a:bodyPr>
          <a:lstStyle/>
          <a:p>
            <a:pPr defTabSz="800100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HUAWEI TECHNOLOGIES CO., LTD.</a:t>
            </a:r>
            <a:endParaRPr lang="en-US" altLang="zh-CN" sz="2200">
              <a:solidFill>
                <a:srgbClr val="000000"/>
              </a:solidFill>
              <a:latin typeface="Arial" pitchFamily="34" charset="0"/>
              <a:ea typeface="MS PGothic" pitchFamily="34" charset="-128"/>
            </a:endParaRPr>
          </a:p>
        </p:txBody>
      </p:sp>
      <p:pic>
        <p:nvPicPr>
          <p:cNvPr id="9220" name="Picture 9" descr="8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508878" y="4799411"/>
            <a:ext cx="1311275" cy="234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361116" y="4867275"/>
            <a:ext cx="2097087" cy="34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85000"/>
              </a:lnSpc>
              <a:defRPr sz="1200">
                <a:solidFill>
                  <a:srgbClr val="000000"/>
                </a:solidFill>
                <a:latin typeface="FrutigerNext LT Bold" pitchFamily="1" charset="0"/>
              </a:defRPr>
            </a:lvl1pPr>
          </a:lstStyle>
          <a:p>
            <a:pPr>
              <a:defRPr/>
            </a:pPr>
            <a:r>
              <a:rPr lang="de-DE" altLang="zh-CN">
                <a:ea typeface="MS PGothic" pitchFamily="34" charset="-128"/>
              </a:rPr>
              <a:t>Page </a:t>
            </a:r>
            <a:fld id="{D0F75F9E-F389-4EAA-8A7E-C42600B3AD0D}" type="slidenum">
              <a:rPr lang="de-DE" altLang="zh-CN">
                <a:ea typeface="MS PGothic" pitchFamily="34" charset="-128"/>
              </a:rPr>
              <a:pPr>
                <a:defRPr/>
              </a:pPr>
              <a:t>‹#›</a:t>
            </a:fld>
            <a:endParaRPr lang="en-GB" altLang="zh-CN">
              <a:ea typeface="MS PGothic" pitchFamily="34" charset="-128"/>
            </a:endParaRPr>
          </a:p>
        </p:txBody>
      </p:sp>
      <p:sp>
        <p:nvSpPr>
          <p:cNvPr id="9222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652463" y="322661"/>
            <a:ext cx="7745412" cy="65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19" tIns="40059" rIns="80119" bIns="4005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3892552" y="4829175"/>
            <a:ext cx="1642883" cy="2655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72" tIns="40033" rIns="80072" bIns="40033">
            <a:spAutoFit/>
          </a:bodyPr>
          <a:lstStyle/>
          <a:p>
            <a:pPr defTabSz="800953" eaLnBrk="0" hangingPunct="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Huawei</a:t>
            </a:r>
            <a:r>
              <a:rPr lang="en-US" altLang="zh-CN" sz="1200" dirty="0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 Confidential 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-1844675" y="396479"/>
            <a:ext cx="1844675" cy="3980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03" tIns="40053" rIns="80103" bIns="40053"/>
          <a:lstStyle/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:32-35pt 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 LT Medium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 Arial</a:t>
            </a:r>
          </a:p>
          <a:p>
            <a:pPr algn="r" defTabSz="800953">
              <a:lnSpc>
                <a:spcPct val="7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:30-32pt 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英文正文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:20-22pt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子目录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) :18pt  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 LT Regular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 Arial</a:t>
            </a:r>
          </a:p>
          <a:p>
            <a:pPr algn="r" defTabSz="800953">
              <a:lnSpc>
                <a:spcPct val="7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中文正文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:18-20pt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子目录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):18pt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细黑体 </a:t>
            </a: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000000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28732" name="Rectangle 60"/>
          <p:cNvSpPr>
            <a:spLocks noChangeArrowheads="1"/>
          </p:cNvSpPr>
          <p:nvPr/>
        </p:nvSpPr>
        <p:spPr bwMode="auto">
          <a:xfrm>
            <a:off x="9269413" y="4063147"/>
            <a:ext cx="919162" cy="28428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83413" tIns="41707" rIns="83413" bIns="41707" anchor="ctr">
            <a:spAutoFit/>
          </a:bodyPr>
          <a:lstStyle/>
          <a:p>
            <a:pPr algn="r" eaLnBrk="0" hangingPunct="0">
              <a:defRPr/>
            </a:pPr>
            <a:endParaRPr lang="zh-CN" altLang="en-US" sz="1300">
              <a:solidFill>
                <a:srgbClr val="000000"/>
              </a:solidFill>
              <a:latin typeface="FrutigerNext LT Regular" pitchFamily="34" charset="0"/>
              <a:ea typeface="MS PGothic" pitchFamily="34" charset="-128"/>
            </a:endParaRP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9351966" y="3960019"/>
            <a:ext cx="739775" cy="136922"/>
            <a:chOff x="6657" y="3492"/>
            <a:chExt cx="527" cy="121"/>
          </a:xfrm>
        </p:grpSpPr>
        <p:sp>
          <p:nvSpPr>
            <p:cNvPr id="28696" name="Rectangle 24"/>
            <p:cNvSpPr>
              <a:spLocks noChangeArrowheads="1"/>
            </p:cNvSpPr>
            <p:nvPr/>
          </p:nvSpPr>
          <p:spPr bwMode="auto">
            <a:xfrm flipV="1">
              <a:off x="6789" y="3492"/>
              <a:ext cx="131" cy="121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697" name="Rectangle 25"/>
            <p:cNvSpPr>
              <a:spLocks noChangeArrowheads="1"/>
            </p:cNvSpPr>
            <p:nvPr/>
          </p:nvSpPr>
          <p:spPr bwMode="auto">
            <a:xfrm flipV="1">
              <a:off x="6920" y="3492"/>
              <a:ext cx="130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698" name="Rectangle 26"/>
            <p:cNvSpPr>
              <a:spLocks noChangeArrowheads="1"/>
            </p:cNvSpPr>
            <p:nvPr/>
          </p:nvSpPr>
          <p:spPr bwMode="auto">
            <a:xfrm flipV="1">
              <a:off x="7052" y="3492"/>
              <a:ext cx="132" cy="121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699" name="Rectangle 27"/>
            <p:cNvSpPr>
              <a:spLocks noChangeArrowheads="1"/>
            </p:cNvSpPr>
            <p:nvPr/>
          </p:nvSpPr>
          <p:spPr bwMode="auto">
            <a:xfrm flipV="1">
              <a:off x="6657" y="3492"/>
              <a:ext cx="132" cy="121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3" name="Group 72"/>
          <p:cNvGrpSpPr>
            <a:grpSpLocks/>
          </p:cNvGrpSpPr>
          <p:nvPr/>
        </p:nvGrpSpPr>
        <p:grpSpPr bwMode="auto">
          <a:xfrm>
            <a:off x="9351966" y="4652964"/>
            <a:ext cx="739775" cy="136922"/>
            <a:chOff x="6657" y="4103"/>
            <a:chExt cx="527" cy="121"/>
          </a:xfrm>
        </p:grpSpPr>
        <p:sp>
          <p:nvSpPr>
            <p:cNvPr id="28700" name="Rectangle 28"/>
            <p:cNvSpPr>
              <a:spLocks noChangeArrowheads="1"/>
            </p:cNvSpPr>
            <p:nvPr/>
          </p:nvSpPr>
          <p:spPr bwMode="auto">
            <a:xfrm flipV="1">
              <a:off x="6789" y="4103"/>
              <a:ext cx="131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01" name="Rectangle 29"/>
            <p:cNvSpPr>
              <a:spLocks noChangeArrowheads="1"/>
            </p:cNvSpPr>
            <p:nvPr/>
          </p:nvSpPr>
          <p:spPr bwMode="auto">
            <a:xfrm flipV="1">
              <a:off x="6920" y="4103"/>
              <a:ext cx="130" cy="121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02" name="Rectangle 30"/>
            <p:cNvSpPr>
              <a:spLocks noChangeArrowheads="1"/>
            </p:cNvSpPr>
            <p:nvPr/>
          </p:nvSpPr>
          <p:spPr bwMode="auto">
            <a:xfrm flipV="1">
              <a:off x="7052" y="4103"/>
              <a:ext cx="132" cy="121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03" name="Rectangle 31"/>
            <p:cNvSpPr>
              <a:spLocks noChangeArrowheads="1"/>
            </p:cNvSpPr>
            <p:nvPr/>
          </p:nvSpPr>
          <p:spPr bwMode="auto">
            <a:xfrm flipV="1">
              <a:off x="6657" y="4103"/>
              <a:ext cx="132" cy="121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9351966" y="4837510"/>
            <a:ext cx="739775" cy="136922"/>
            <a:chOff x="6657" y="4266"/>
            <a:chExt cx="527" cy="121"/>
          </a:xfrm>
        </p:grpSpPr>
        <p:sp>
          <p:nvSpPr>
            <p:cNvPr id="28704" name="Rectangle 32"/>
            <p:cNvSpPr>
              <a:spLocks noChangeArrowheads="1"/>
            </p:cNvSpPr>
            <p:nvPr/>
          </p:nvSpPr>
          <p:spPr bwMode="auto">
            <a:xfrm flipV="1">
              <a:off x="6789" y="4266"/>
              <a:ext cx="131" cy="121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05" name="Rectangle 33"/>
            <p:cNvSpPr>
              <a:spLocks noChangeArrowheads="1"/>
            </p:cNvSpPr>
            <p:nvPr/>
          </p:nvSpPr>
          <p:spPr bwMode="auto">
            <a:xfrm flipV="1">
              <a:off x="6920" y="4266"/>
              <a:ext cx="130" cy="121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06" name="Rectangle 34"/>
            <p:cNvSpPr>
              <a:spLocks noChangeArrowheads="1"/>
            </p:cNvSpPr>
            <p:nvPr/>
          </p:nvSpPr>
          <p:spPr bwMode="auto">
            <a:xfrm flipV="1">
              <a:off x="7052" y="4266"/>
              <a:ext cx="132" cy="121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07" name="Rectangle 35"/>
            <p:cNvSpPr>
              <a:spLocks noChangeArrowheads="1"/>
            </p:cNvSpPr>
            <p:nvPr/>
          </p:nvSpPr>
          <p:spPr bwMode="auto">
            <a:xfrm flipV="1">
              <a:off x="6657" y="4266"/>
              <a:ext cx="132" cy="12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5" name="Group 74"/>
          <p:cNvGrpSpPr>
            <a:grpSpLocks/>
          </p:cNvGrpSpPr>
          <p:nvPr/>
        </p:nvGrpSpPr>
        <p:grpSpPr bwMode="auto">
          <a:xfrm>
            <a:off x="9351966" y="4145758"/>
            <a:ext cx="739775" cy="136922"/>
            <a:chOff x="6657" y="3656"/>
            <a:chExt cx="527" cy="121"/>
          </a:xfrm>
        </p:grpSpPr>
        <p:sp>
          <p:nvSpPr>
            <p:cNvPr id="28708" name="Rectangle 36"/>
            <p:cNvSpPr>
              <a:spLocks noChangeArrowheads="1"/>
            </p:cNvSpPr>
            <p:nvPr/>
          </p:nvSpPr>
          <p:spPr bwMode="auto">
            <a:xfrm flipV="1">
              <a:off x="6657" y="3656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09" name="Rectangle 37"/>
            <p:cNvSpPr>
              <a:spLocks noChangeArrowheads="1"/>
            </p:cNvSpPr>
            <p:nvPr/>
          </p:nvSpPr>
          <p:spPr bwMode="auto">
            <a:xfrm flipV="1">
              <a:off x="6789" y="3656"/>
              <a:ext cx="131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10" name="Rectangle 38"/>
            <p:cNvSpPr>
              <a:spLocks noChangeArrowheads="1"/>
            </p:cNvSpPr>
            <p:nvPr/>
          </p:nvSpPr>
          <p:spPr bwMode="auto">
            <a:xfrm flipV="1">
              <a:off x="6920" y="3656"/>
              <a:ext cx="130" cy="121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11" name="Rectangle 39"/>
            <p:cNvSpPr>
              <a:spLocks noChangeArrowheads="1"/>
            </p:cNvSpPr>
            <p:nvPr/>
          </p:nvSpPr>
          <p:spPr bwMode="auto">
            <a:xfrm flipV="1">
              <a:off x="7052" y="3656"/>
              <a:ext cx="132" cy="121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9351966" y="4468417"/>
            <a:ext cx="739775" cy="138113"/>
            <a:chOff x="6657" y="3941"/>
            <a:chExt cx="527" cy="121"/>
          </a:xfrm>
        </p:grpSpPr>
        <p:sp>
          <p:nvSpPr>
            <p:cNvPr id="28712" name="Rectangle 40"/>
            <p:cNvSpPr>
              <a:spLocks noChangeArrowheads="1"/>
            </p:cNvSpPr>
            <p:nvPr/>
          </p:nvSpPr>
          <p:spPr bwMode="auto">
            <a:xfrm flipV="1">
              <a:off x="6789" y="3941"/>
              <a:ext cx="131" cy="12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13" name="Rectangle 41"/>
            <p:cNvSpPr>
              <a:spLocks noChangeArrowheads="1"/>
            </p:cNvSpPr>
            <p:nvPr/>
          </p:nvSpPr>
          <p:spPr bwMode="auto">
            <a:xfrm flipV="1">
              <a:off x="6920" y="3941"/>
              <a:ext cx="130" cy="121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14" name="Rectangle 42"/>
            <p:cNvSpPr>
              <a:spLocks noChangeArrowheads="1"/>
            </p:cNvSpPr>
            <p:nvPr/>
          </p:nvSpPr>
          <p:spPr bwMode="auto">
            <a:xfrm flipV="1">
              <a:off x="7052" y="3941"/>
              <a:ext cx="132" cy="121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15" name="Rectangle 43"/>
            <p:cNvSpPr>
              <a:spLocks noChangeArrowheads="1"/>
            </p:cNvSpPr>
            <p:nvPr/>
          </p:nvSpPr>
          <p:spPr bwMode="auto">
            <a:xfrm flipV="1">
              <a:off x="6657" y="3941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9351966" y="5023248"/>
            <a:ext cx="739775" cy="136922"/>
            <a:chOff x="6657" y="4430"/>
            <a:chExt cx="527" cy="121"/>
          </a:xfrm>
        </p:grpSpPr>
        <p:sp>
          <p:nvSpPr>
            <p:cNvPr id="28716" name="Rectangle 44"/>
            <p:cNvSpPr>
              <a:spLocks noChangeArrowheads="1"/>
            </p:cNvSpPr>
            <p:nvPr/>
          </p:nvSpPr>
          <p:spPr bwMode="auto">
            <a:xfrm flipV="1">
              <a:off x="6789" y="4430"/>
              <a:ext cx="131" cy="12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17" name="Rectangle 45"/>
            <p:cNvSpPr>
              <a:spLocks noChangeArrowheads="1"/>
            </p:cNvSpPr>
            <p:nvPr/>
          </p:nvSpPr>
          <p:spPr bwMode="auto">
            <a:xfrm flipV="1">
              <a:off x="6920" y="4430"/>
              <a:ext cx="130" cy="121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18" name="Rectangle 46"/>
            <p:cNvSpPr>
              <a:spLocks noChangeArrowheads="1"/>
            </p:cNvSpPr>
            <p:nvPr/>
          </p:nvSpPr>
          <p:spPr bwMode="auto">
            <a:xfrm flipV="1">
              <a:off x="7052" y="4430"/>
              <a:ext cx="132" cy="121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19" name="Rectangle 47"/>
            <p:cNvSpPr>
              <a:spLocks noChangeArrowheads="1"/>
            </p:cNvSpPr>
            <p:nvPr/>
          </p:nvSpPr>
          <p:spPr bwMode="auto">
            <a:xfrm flipV="1">
              <a:off x="6657" y="4430"/>
              <a:ext cx="132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8" name="Group 76"/>
          <p:cNvGrpSpPr>
            <a:grpSpLocks/>
          </p:cNvGrpSpPr>
          <p:nvPr/>
        </p:nvGrpSpPr>
        <p:grpSpPr bwMode="auto">
          <a:xfrm>
            <a:off x="9351966" y="3774282"/>
            <a:ext cx="739775" cy="139304"/>
            <a:chOff x="6657" y="3329"/>
            <a:chExt cx="527" cy="122"/>
          </a:xfrm>
        </p:grpSpPr>
        <p:sp>
          <p:nvSpPr>
            <p:cNvPr id="28720" name="Rectangle 48"/>
            <p:cNvSpPr>
              <a:spLocks noChangeArrowheads="1"/>
            </p:cNvSpPr>
            <p:nvPr/>
          </p:nvSpPr>
          <p:spPr bwMode="auto">
            <a:xfrm flipV="1">
              <a:off x="6789" y="3329"/>
              <a:ext cx="131" cy="122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21" name="Rectangle 49"/>
            <p:cNvSpPr>
              <a:spLocks noChangeArrowheads="1"/>
            </p:cNvSpPr>
            <p:nvPr/>
          </p:nvSpPr>
          <p:spPr bwMode="auto">
            <a:xfrm flipV="1">
              <a:off x="6920" y="3329"/>
              <a:ext cx="130" cy="122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22" name="Rectangle 50"/>
            <p:cNvSpPr>
              <a:spLocks noChangeArrowheads="1"/>
            </p:cNvSpPr>
            <p:nvPr/>
          </p:nvSpPr>
          <p:spPr bwMode="auto">
            <a:xfrm flipV="1">
              <a:off x="7052" y="3329"/>
              <a:ext cx="132" cy="122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23" name="Rectangle 51"/>
            <p:cNvSpPr>
              <a:spLocks noChangeArrowheads="1"/>
            </p:cNvSpPr>
            <p:nvPr/>
          </p:nvSpPr>
          <p:spPr bwMode="auto">
            <a:xfrm flipV="1">
              <a:off x="6657" y="3329"/>
              <a:ext cx="132" cy="12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9" name="Group 78"/>
          <p:cNvGrpSpPr>
            <a:grpSpLocks/>
          </p:cNvGrpSpPr>
          <p:nvPr/>
        </p:nvGrpSpPr>
        <p:grpSpPr bwMode="auto">
          <a:xfrm>
            <a:off x="9351966" y="3450433"/>
            <a:ext cx="739775" cy="136922"/>
            <a:chOff x="6657" y="3043"/>
            <a:chExt cx="527" cy="121"/>
          </a:xfrm>
        </p:grpSpPr>
        <p:sp>
          <p:nvSpPr>
            <p:cNvPr id="28724" name="Rectangle 52"/>
            <p:cNvSpPr>
              <a:spLocks noChangeArrowheads="1"/>
            </p:cNvSpPr>
            <p:nvPr/>
          </p:nvSpPr>
          <p:spPr bwMode="auto">
            <a:xfrm flipV="1">
              <a:off x="6920" y="3043"/>
              <a:ext cx="130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25" name="Rectangle 53"/>
            <p:cNvSpPr>
              <a:spLocks noChangeArrowheads="1"/>
            </p:cNvSpPr>
            <p:nvPr/>
          </p:nvSpPr>
          <p:spPr bwMode="auto">
            <a:xfrm flipV="1">
              <a:off x="7052" y="3043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26" name="Rectangle 54"/>
            <p:cNvSpPr>
              <a:spLocks noChangeArrowheads="1"/>
            </p:cNvSpPr>
            <p:nvPr/>
          </p:nvSpPr>
          <p:spPr bwMode="auto">
            <a:xfrm flipV="1">
              <a:off x="6657" y="3043"/>
              <a:ext cx="132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27" name="Rectangle 55"/>
            <p:cNvSpPr>
              <a:spLocks noChangeArrowheads="1"/>
            </p:cNvSpPr>
            <p:nvPr/>
          </p:nvSpPr>
          <p:spPr bwMode="auto">
            <a:xfrm flipV="1">
              <a:off x="6789" y="3043"/>
              <a:ext cx="131" cy="121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10" name="Group 77"/>
          <p:cNvGrpSpPr>
            <a:grpSpLocks/>
          </p:cNvGrpSpPr>
          <p:nvPr/>
        </p:nvGrpSpPr>
        <p:grpSpPr bwMode="auto">
          <a:xfrm>
            <a:off x="9351966" y="3267076"/>
            <a:ext cx="739775" cy="136922"/>
            <a:chOff x="6657" y="2881"/>
            <a:chExt cx="527" cy="121"/>
          </a:xfrm>
        </p:grpSpPr>
        <p:sp>
          <p:nvSpPr>
            <p:cNvPr id="28728" name="Rectangle 56"/>
            <p:cNvSpPr>
              <a:spLocks noChangeArrowheads="1"/>
            </p:cNvSpPr>
            <p:nvPr/>
          </p:nvSpPr>
          <p:spPr bwMode="auto">
            <a:xfrm flipV="1">
              <a:off x="6920" y="2881"/>
              <a:ext cx="130" cy="121"/>
            </a:xfrm>
            <a:prstGeom prst="rect">
              <a:avLst/>
            </a:prstGeom>
            <a:solidFill>
              <a:srgbClr val="B2B2B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29" name="Rectangle 57"/>
            <p:cNvSpPr>
              <a:spLocks noChangeArrowheads="1"/>
            </p:cNvSpPr>
            <p:nvPr/>
          </p:nvSpPr>
          <p:spPr bwMode="auto">
            <a:xfrm flipV="1">
              <a:off x="7052" y="2881"/>
              <a:ext cx="132" cy="121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30" name="Rectangle 58"/>
            <p:cNvSpPr>
              <a:spLocks noChangeArrowheads="1"/>
            </p:cNvSpPr>
            <p:nvPr/>
          </p:nvSpPr>
          <p:spPr bwMode="auto">
            <a:xfrm flipV="1">
              <a:off x="6657" y="2881"/>
              <a:ext cx="132" cy="121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31" name="Rectangle 59"/>
            <p:cNvSpPr>
              <a:spLocks noChangeArrowheads="1"/>
            </p:cNvSpPr>
            <p:nvPr/>
          </p:nvSpPr>
          <p:spPr bwMode="auto">
            <a:xfrm flipV="1">
              <a:off x="6789" y="2881"/>
              <a:ext cx="131" cy="121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0" hangingPunct="0">
                <a:defRPr/>
              </a:pPr>
              <a:endParaRPr lang="zh-CN" altLang="en-US" sz="1300">
                <a:solidFill>
                  <a:srgbClr val="000000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sp>
        <p:nvSpPr>
          <p:cNvPr id="28734" name="Rectangle 62"/>
          <p:cNvSpPr>
            <a:spLocks noChangeArrowheads="1"/>
          </p:cNvSpPr>
          <p:nvPr/>
        </p:nvSpPr>
        <p:spPr bwMode="auto">
          <a:xfrm>
            <a:off x="9199566" y="1697831"/>
            <a:ext cx="1049337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03" tIns="40053" rIns="80103" bIns="40053"/>
          <a:lstStyle/>
          <a:p>
            <a:pPr defTabSz="800953">
              <a:lnSpc>
                <a:spcPct val="120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配色参考方案：</a:t>
            </a:r>
          </a:p>
          <a:p>
            <a:pPr defTabSz="800953">
              <a:lnSpc>
                <a:spcPct val="120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建议同一页面内不超过四种颜色，以下是９组配色方案，同一页面内只选择一组使用。</a:t>
            </a: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0953">
              <a:lnSpc>
                <a:spcPct val="120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（仅供参考）</a:t>
            </a:r>
          </a:p>
          <a:p>
            <a:pPr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8737" name="Rectangle 65"/>
          <p:cNvSpPr>
            <a:spLocks noChangeArrowheads="1"/>
          </p:cNvSpPr>
          <p:nvPr/>
        </p:nvSpPr>
        <p:spPr bwMode="auto">
          <a:xfrm>
            <a:off x="9199566" y="-46435"/>
            <a:ext cx="1049337" cy="628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03" tIns="40053" rIns="80103" bIns="40053"/>
          <a:lstStyle/>
          <a:p>
            <a:pPr defTabSz="800953">
              <a:lnSpc>
                <a:spcPct val="120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客户或者合作伙伴的标志放在右上角</a:t>
            </a:r>
            <a:r>
              <a:rPr lang="en-US" altLang="zh-CN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.</a:t>
            </a:r>
          </a:p>
          <a:p>
            <a:pPr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0953">
              <a:lnSpc>
                <a:spcPct val="125000"/>
              </a:lnSpc>
              <a:buClr>
                <a:srgbClr val="808080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9237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2463" y="1231108"/>
            <a:ext cx="7929562" cy="314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32" tIns="40066" rIns="80132" bIns="400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</p:sldLayoutIdLst>
  <p:hf sldNum="0" hdr="0" ftr="0"/>
  <p:txStyles>
    <p:titleStyle>
      <a:lvl1pPr algn="l" defTabSz="800100" rtl="0" eaLnBrk="0" fontAlgn="base" hangingPunct="0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+mj-lt"/>
          <a:ea typeface="+mj-ea"/>
          <a:cs typeface="+mj-cs"/>
        </a:defRPr>
      </a:lvl1pPr>
      <a:lvl2pPr algn="l" defTabSz="800100" rtl="0" eaLnBrk="0" fontAlgn="base" hangingPunct="0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FrutigerNext LT Medium" pitchFamily="34" charset="0"/>
          <a:ea typeface="黑体" pitchFamily="49" charset="-122"/>
        </a:defRPr>
      </a:lvl2pPr>
      <a:lvl3pPr algn="l" defTabSz="800100" rtl="0" eaLnBrk="0" fontAlgn="base" hangingPunct="0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FrutigerNext LT Medium" pitchFamily="34" charset="0"/>
          <a:ea typeface="黑体" pitchFamily="49" charset="-122"/>
        </a:defRPr>
      </a:lvl3pPr>
      <a:lvl4pPr algn="l" defTabSz="800100" rtl="0" eaLnBrk="0" fontAlgn="base" hangingPunct="0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FrutigerNext LT Medium" pitchFamily="34" charset="0"/>
          <a:ea typeface="黑体" pitchFamily="49" charset="-122"/>
        </a:defRPr>
      </a:lvl4pPr>
      <a:lvl5pPr algn="l" defTabSz="800100" rtl="0" eaLnBrk="0" fontAlgn="base" hangingPunct="0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FrutigerNext LT Medium" pitchFamily="34" charset="0"/>
          <a:ea typeface="黑体" pitchFamily="49" charset="-122"/>
        </a:defRPr>
      </a:lvl5pPr>
      <a:lvl6pPr marL="417133" algn="l" defTabSz="800953" rtl="0" fontAlgn="base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FrutigerNext LT Medium" pitchFamily="34" charset="0"/>
          <a:ea typeface="黑体" pitchFamily="49" charset="-122"/>
        </a:defRPr>
      </a:lvl6pPr>
      <a:lvl7pPr marL="834269" algn="l" defTabSz="800953" rtl="0" fontAlgn="base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FrutigerNext LT Medium" pitchFamily="34" charset="0"/>
          <a:ea typeface="黑体" pitchFamily="49" charset="-122"/>
        </a:defRPr>
      </a:lvl7pPr>
      <a:lvl8pPr marL="1251401" algn="l" defTabSz="800953" rtl="0" fontAlgn="base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FrutigerNext LT Medium" pitchFamily="34" charset="0"/>
          <a:ea typeface="黑体" pitchFamily="49" charset="-122"/>
        </a:defRPr>
      </a:lvl8pPr>
      <a:lvl9pPr marL="1668535" algn="l" defTabSz="800953" rtl="0" fontAlgn="base">
        <a:spcBef>
          <a:spcPct val="0"/>
        </a:spcBef>
        <a:spcAft>
          <a:spcPct val="0"/>
        </a:spcAft>
        <a:defRPr sz="3100">
          <a:solidFill>
            <a:srgbClr val="990000"/>
          </a:solidFill>
          <a:latin typeface="FrutigerNext LT Medium" pitchFamily="34" charset="0"/>
          <a:ea typeface="黑体" pitchFamily="49" charset="-122"/>
        </a:defRPr>
      </a:lvl9pPr>
    </p:titleStyle>
    <p:bodyStyle>
      <a:lvl1pPr marL="298450" indent="-298450" algn="l" defTabSz="80010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bg2"/>
        </a:buClr>
        <a:buSzPct val="60000"/>
        <a:buFont typeface="Wingdings" pitchFamily="2" charset="2"/>
        <a:buChar char="l"/>
        <a:defRPr sz="1900" b="1">
          <a:solidFill>
            <a:schemeClr val="tx1"/>
          </a:solidFill>
          <a:latin typeface="+mn-lt"/>
          <a:ea typeface="+mn-ea"/>
          <a:cs typeface="+mn-cs"/>
        </a:defRPr>
      </a:lvl1pPr>
      <a:lvl2pPr marL="650875" indent="-249238" algn="l" defTabSz="80010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p"/>
        <a:defRPr sz="1700">
          <a:solidFill>
            <a:schemeClr val="tx1"/>
          </a:solidFill>
          <a:latin typeface="+mn-lt"/>
          <a:ea typeface="+mn-ea"/>
        </a:defRPr>
      </a:lvl2pPr>
      <a:lvl3pPr marL="1001713" indent="-200025" algn="l" defTabSz="80010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Light" pitchFamily="34" charset="0"/>
          <a:ea typeface="+mn-ea"/>
        </a:defRPr>
      </a:lvl3pPr>
      <a:lvl4pPr marL="1401763" indent="-200025" algn="l" defTabSz="80010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j-lt"/>
          <a:ea typeface="+mn-ea"/>
        </a:defRPr>
      </a:lvl4pPr>
      <a:lvl5pPr marL="1801813" indent="-200025" algn="l" defTabSz="80010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5pPr>
      <a:lvl6pPr marL="2220368" indent="-201326" algn="l" defTabSz="800953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6pPr>
      <a:lvl7pPr marL="2637502" indent="-201326" algn="l" defTabSz="800953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7pPr>
      <a:lvl8pPr marL="3054635" indent="-201326" algn="l" defTabSz="800953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8pPr>
      <a:lvl9pPr marL="3471770" indent="-201326" algn="l" defTabSz="800953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7133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34269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1401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68535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85668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502801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19937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37070" algn="l" defTabSz="834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d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0" y="4668442"/>
            <a:ext cx="9150350" cy="4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652466" y="4829175"/>
            <a:ext cx="2613253" cy="26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24" tIns="40063" rIns="80124" bIns="40063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TECHNOLOGIES CO., LTD.</a:t>
            </a:r>
            <a:endParaRPr lang="en-US" altLang="zh-CN" sz="22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2052" name="Picture 4" descr="8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08878" y="4799411"/>
            <a:ext cx="1311275" cy="234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9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361116" y="4867275"/>
            <a:ext cx="2097087" cy="34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85000"/>
              </a:lnSpc>
              <a:defRPr sz="1200">
                <a:latin typeface="FrutigerNext LT Bold" pitchFamily="1" charset="0"/>
                <a:ea typeface="ＭＳ Ｐゴシック" pitchFamily="34" charset="-128"/>
              </a:defRPr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6683F1D-CE63-47F8-B96A-9754ADA19B3F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52463" y="322661"/>
            <a:ext cx="7745412" cy="65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39" tIns="40069" rIns="80139" bIns="4006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auto">
          <a:xfrm>
            <a:off x="3892551" y="4829175"/>
            <a:ext cx="1642923" cy="2655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92" tIns="40044" rIns="80092" bIns="40044">
            <a:spAutoFit/>
          </a:bodyPr>
          <a:lstStyle/>
          <a:p>
            <a:pPr defTabSz="801688" eaLnBrk="0" hangingPunct="0"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auto">
          <a:xfrm>
            <a:off x="-1908175" y="396479"/>
            <a:ext cx="1844675" cy="3980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/>
          <a:lstStyle/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:32-35pt 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FrutigerNext LT Medium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 Arial</a:t>
            </a:r>
          </a:p>
          <a:p>
            <a:pPr algn="r" defTabSz="801688">
              <a:lnSpc>
                <a:spcPct val="7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:30-32pt 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英文正文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:20-22pt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子目录 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) :18pt 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FrutigerNext LT Regular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 Arial</a:t>
            </a:r>
          </a:p>
          <a:p>
            <a:pPr algn="r" defTabSz="801688">
              <a:lnSpc>
                <a:spcPct val="7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中文正文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:18-20pt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子目录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):18pt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细黑体 </a:t>
            </a: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>
              <a:solidFill>
                <a:srgbClr val="000000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80905" name="Rectangle 9"/>
          <p:cNvSpPr>
            <a:spLocks noChangeArrowheads="1"/>
          </p:cNvSpPr>
          <p:nvPr/>
        </p:nvSpPr>
        <p:spPr bwMode="auto">
          <a:xfrm>
            <a:off x="9199566" y="1067992"/>
            <a:ext cx="1049337" cy="1503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/>
          <a:lstStyle/>
          <a:p>
            <a:pPr defTabSz="801688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配色参考方案：</a:t>
            </a:r>
          </a:p>
          <a:p>
            <a:pPr defTabSz="801688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建议同一页面内不超过四种颜色，以下是</a:t>
            </a:r>
            <a:r>
              <a:rPr lang="en-US" altLang="zh-CN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13</a:t>
            </a:r>
            <a:r>
              <a:rPr lang="zh-CN" altLang="en-US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组配色方案，同一页面内只选择一组使用。（仅供参考）</a:t>
            </a: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9199566" y="-46435"/>
            <a:ext cx="1049337" cy="628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24" tIns="40063" rIns="80124" bIns="40063"/>
          <a:lstStyle/>
          <a:p>
            <a:pPr defTabSz="801688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客户或者合作伙伴的标志放在右上角</a:t>
            </a:r>
            <a:r>
              <a:rPr lang="en-US" altLang="zh-CN" sz="110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.</a:t>
            </a: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801688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2463" y="1231108"/>
            <a:ext cx="7929562" cy="314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52" tIns="40076" rIns="80152" bIns="400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9269413" y="3696185"/>
            <a:ext cx="919162" cy="36931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1425" tIns="45712" rIns="91425" bIns="45712" anchor="ctr">
            <a:spAutoFit/>
          </a:bodyPr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9355141" y="2842022"/>
            <a:ext cx="739775" cy="136922"/>
            <a:chOff x="5893" y="2387"/>
            <a:chExt cx="466" cy="115"/>
          </a:xfrm>
        </p:grpSpPr>
        <p:sp>
          <p:nvSpPr>
            <p:cNvPr id="80910" name="Rectangle 14"/>
            <p:cNvSpPr>
              <a:spLocks noChangeArrowheads="1"/>
            </p:cNvSpPr>
            <p:nvPr userDrawn="1"/>
          </p:nvSpPr>
          <p:spPr bwMode="auto">
            <a:xfrm flipV="1">
              <a:off x="6010" y="2387"/>
              <a:ext cx="116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1" name="Rectangle 15"/>
            <p:cNvSpPr>
              <a:spLocks noChangeArrowheads="1"/>
            </p:cNvSpPr>
            <p:nvPr userDrawn="1"/>
          </p:nvSpPr>
          <p:spPr bwMode="auto">
            <a:xfrm flipV="1">
              <a:off x="6126" y="2387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2" name="Rectangle 16"/>
            <p:cNvSpPr>
              <a:spLocks noChangeArrowheads="1"/>
            </p:cNvSpPr>
            <p:nvPr userDrawn="1"/>
          </p:nvSpPr>
          <p:spPr bwMode="auto">
            <a:xfrm flipV="1">
              <a:off x="6242" y="2387"/>
              <a:ext cx="117" cy="115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3" name="Rectangle 17"/>
            <p:cNvSpPr>
              <a:spLocks noChangeArrowheads="1"/>
            </p:cNvSpPr>
            <p:nvPr userDrawn="1"/>
          </p:nvSpPr>
          <p:spPr bwMode="auto">
            <a:xfrm flipV="1">
              <a:off x="5893" y="2387"/>
              <a:ext cx="117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9355141" y="3003948"/>
            <a:ext cx="739775" cy="136922"/>
            <a:chOff x="5893" y="2523"/>
            <a:chExt cx="466" cy="115"/>
          </a:xfrm>
        </p:grpSpPr>
        <p:sp>
          <p:nvSpPr>
            <p:cNvPr id="80915" name="Rectangle 19"/>
            <p:cNvSpPr>
              <a:spLocks noChangeArrowheads="1"/>
            </p:cNvSpPr>
            <p:nvPr userDrawn="1"/>
          </p:nvSpPr>
          <p:spPr bwMode="auto">
            <a:xfrm flipV="1">
              <a:off x="6010" y="2523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6" name="Rectangle 20"/>
            <p:cNvSpPr>
              <a:spLocks noChangeArrowheads="1"/>
            </p:cNvSpPr>
            <p:nvPr userDrawn="1"/>
          </p:nvSpPr>
          <p:spPr bwMode="auto">
            <a:xfrm flipV="1">
              <a:off x="6126" y="2523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7" name="Rectangle 21"/>
            <p:cNvSpPr>
              <a:spLocks noChangeArrowheads="1"/>
            </p:cNvSpPr>
            <p:nvPr userDrawn="1"/>
          </p:nvSpPr>
          <p:spPr bwMode="auto">
            <a:xfrm flipV="1">
              <a:off x="6242" y="2523"/>
              <a:ext cx="117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18" name="Rectangle 22"/>
            <p:cNvSpPr>
              <a:spLocks noChangeArrowheads="1"/>
            </p:cNvSpPr>
            <p:nvPr userDrawn="1"/>
          </p:nvSpPr>
          <p:spPr bwMode="auto">
            <a:xfrm flipV="1">
              <a:off x="5893" y="2523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9355141" y="3165873"/>
            <a:ext cx="739775" cy="136922"/>
            <a:chOff x="5893" y="2659"/>
            <a:chExt cx="466" cy="115"/>
          </a:xfrm>
        </p:grpSpPr>
        <p:sp>
          <p:nvSpPr>
            <p:cNvPr id="80920" name="Rectangle 24"/>
            <p:cNvSpPr>
              <a:spLocks noChangeArrowheads="1"/>
            </p:cNvSpPr>
            <p:nvPr userDrawn="1"/>
          </p:nvSpPr>
          <p:spPr bwMode="auto">
            <a:xfrm flipV="1">
              <a:off x="6010" y="2659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1" name="Rectangle 25"/>
            <p:cNvSpPr>
              <a:spLocks noChangeArrowheads="1"/>
            </p:cNvSpPr>
            <p:nvPr userDrawn="1"/>
          </p:nvSpPr>
          <p:spPr bwMode="auto">
            <a:xfrm flipV="1">
              <a:off x="6126" y="2659"/>
              <a:ext cx="116" cy="115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2" name="Rectangle 26"/>
            <p:cNvSpPr>
              <a:spLocks noChangeArrowheads="1"/>
            </p:cNvSpPr>
            <p:nvPr userDrawn="1"/>
          </p:nvSpPr>
          <p:spPr bwMode="auto">
            <a:xfrm flipV="1">
              <a:off x="6242" y="2659"/>
              <a:ext cx="117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3" name="Rectangle 27"/>
            <p:cNvSpPr>
              <a:spLocks noChangeArrowheads="1"/>
            </p:cNvSpPr>
            <p:nvPr userDrawn="1"/>
          </p:nvSpPr>
          <p:spPr bwMode="auto">
            <a:xfrm flipV="1">
              <a:off x="5893" y="2659"/>
              <a:ext cx="117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9355141" y="2680097"/>
            <a:ext cx="739775" cy="141684"/>
            <a:chOff x="5893" y="2251"/>
            <a:chExt cx="466" cy="119"/>
          </a:xfrm>
        </p:grpSpPr>
        <p:sp>
          <p:nvSpPr>
            <p:cNvPr id="80925" name="Rectangle 29"/>
            <p:cNvSpPr>
              <a:spLocks noChangeArrowheads="1"/>
            </p:cNvSpPr>
            <p:nvPr userDrawn="1"/>
          </p:nvSpPr>
          <p:spPr bwMode="auto">
            <a:xfrm flipV="1">
              <a:off x="6126" y="2251"/>
              <a:ext cx="116" cy="119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6" name="Rectangle 30"/>
            <p:cNvSpPr>
              <a:spLocks noChangeArrowheads="1"/>
            </p:cNvSpPr>
            <p:nvPr userDrawn="1"/>
          </p:nvSpPr>
          <p:spPr bwMode="auto">
            <a:xfrm flipV="1">
              <a:off x="6242" y="2251"/>
              <a:ext cx="117" cy="11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7" name="Rectangle 31"/>
            <p:cNvSpPr>
              <a:spLocks noChangeArrowheads="1"/>
            </p:cNvSpPr>
            <p:nvPr userDrawn="1"/>
          </p:nvSpPr>
          <p:spPr bwMode="auto">
            <a:xfrm flipV="1">
              <a:off x="5893" y="2251"/>
              <a:ext cx="117" cy="119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28" name="Rectangle 32"/>
            <p:cNvSpPr>
              <a:spLocks noChangeArrowheads="1"/>
            </p:cNvSpPr>
            <p:nvPr userDrawn="1"/>
          </p:nvSpPr>
          <p:spPr bwMode="auto">
            <a:xfrm flipV="1">
              <a:off x="6010" y="2251"/>
              <a:ext cx="116" cy="119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9355141" y="3436144"/>
            <a:ext cx="739775" cy="136922"/>
            <a:chOff x="5893" y="2886"/>
            <a:chExt cx="466" cy="115"/>
          </a:xfrm>
        </p:grpSpPr>
        <p:sp>
          <p:nvSpPr>
            <p:cNvPr id="80930" name="Rectangle 34"/>
            <p:cNvSpPr>
              <a:spLocks noChangeArrowheads="1"/>
            </p:cNvSpPr>
            <p:nvPr userDrawn="1"/>
          </p:nvSpPr>
          <p:spPr bwMode="auto">
            <a:xfrm flipV="1">
              <a:off x="6010" y="2886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1" name="Rectangle 35"/>
            <p:cNvSpPr>
              <a:spLocks noChangeArrowheads="1"/>
            </p:cNvSpPr>
            <p:nvPr userDrawn="1"/>
          </p:nvSpPr>
          <p:spPr bwMode="auto">
            <a:xfrm flipV="1">
              <a:off x="6126" y="2886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2" name="Rectangle 36"/>
            <p:cNvSpPr>
              <a:spLocks noChangeArrowheads="1"/>
            </p:cNvSpPr>
            <p:nvPr userDrawn="1"/>
          </p:nvSpPr>
          <p:spPr bwMode="auto">
            <a:xfrm flipV="1">
              <a:off x="6242" y="2886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3" name="Rectangle 37"/>
            <p:cNvSpPr>
              <a:spLocks noChangeArrowheads="1"/>
            </p:cNvSpPr>
            <p:nvPr userDrawn="1"/>
          </p:nvSpPr>
          <p:spPr bwMode="auto">
            <a:xfrm flipV="1">
              <a:off x="5893" y="2886"/>
              <a:ext cx="117" cy="115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9355141" y="3598069"/>
            <a:ext cx="739775" cy="136922"/>
            <a:chOff x="5893" y="3022"/>
            <a:chExt cx="466" cy="115"/>
          </a:xfrm>
        </p:grpSpPr>
        <p:sp>
          <p:nvSpPr>
            <p:cNvPr id="80935" name="Rectangle 39"/>
            <p:cNvSpPr>
              <a:spLocks noChangeArrowheads="1"/>
            </p:cNvSpPr>
            <p:nvPr userDrawn="1"/>
          </p:nvSpPr>
          <p:spPr bwMode="auto">
            <a:xfrm flipV="1">
              <a:off x="6010" y="3022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6" name="Rectangle 40"/>
            <p:cNvSpPr>
              <a:spLocks noChangeArrowheads="1"/>
            </p:cNvSpPr>
            <p:nvPr userDrawn="1"/>
          </p:nvSpPr>
          <p:spPr bwMode="auto">
            <a:xfrm flipV="1">
              <a:off x="6126" y="3022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7" name="Rectangle 41"/>
            <p:cNvSpPr>
              <a:spLocks noChangeArrowheads="1"/>
            </p:cNvSpPr>
            <p:nvPr userDrawn="1"/>
          </p:nvSpPr>
          <p:spPr bwMode="auto">
            <a:xfrm flipV="1">
              <a:off x="6242" y="3022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38" name="Rectangle 42"/>
            <p:cNvSpPr>
              <a:spLocks noChangeArrowheads="1"/>
            </p:cNvSpPr>
            <p:nvPr userDrawn="1"/>
          </p:nvSpPr>
          <p:spPr bwMode="auto">
            <a:xfrm flipV="1">
              <a:off x="5893" y="3022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9355141" y="3759994"/>
            <a:ext cx="739775" cy="136922"/>
            <a:chOff x="5893" y="3158"/>
            <a:chExt cx="466" cy="115"/>
          </a:xfrm>
        </p:grpSpPr>
        <p:sp>
          <p:nvSpPr>
            <p:cNvPr id="80940" name="Rectangle 44"/>
            <p:cNvSpPr>
              <a:spLocks noChangeArrowheads="1"/>
            </p:cNvSpPr>
            <p:nvPr userDrawn="1"/>
          </p:nvSpPr>
          <p:spPr bwMode="auto">
            <a:xfrm flipV="1">
              <a:off x="6010" y="3158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1" name="Rectangle 45"/>
            <p:cNvSpPr>
              <a:spLocks noChangeArrowheads="1"/>
            </p:cNvSpPr>
            <p:nvPr userDrawn="1"/>
          </p:nvSpPr>
          <p:spPr bwMode="auto">
            <a:xfrm flipV="1">
              <a:off x="6126" y="3158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2" name="Rectangle 46"/>
            <p:cNvSpPr>
              <a:spLocks noChangeArrowheads="1"/>
            </p:cNvSpPr>
            <p:nvPr userDrawn="1"/>
          </p:nvSpPr>
          <p:spPr bwMode="auto">
            <a:xfrm flipV="1">
              <a:off x="6242" y="3158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3" name="Rectangle 47"/>
            <p:cNvSpPr>
              <a:spLocks noChangeArrowheads="1"/>
            </p:cNvSpPr>
            <p:nvPr userDrawn="1"/>
          </p:nvSpPr>
          <p:spPr bwMode="auto">
            <a:xfrm flipV="1">
              <a:off x="5893" y="3158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9" name="Group 48"/>
          <p:cNvGrpSpPr>
            <a:grpSpLocks/>
          </p:cNvGrpSpPr>
          <p:nvPr/>
        </p:nvGrpSpPr>
        <p:grpSpPr bwMode="auto">
          <a:xfrm>
            <a:off x="9355141" y="4030267"/>
            <a:ext cx="739775" cy="136922"/>
            <a:chOff x="5893" y="3385"/>
            <a:chExt cx="466" cy="115"/>
          </a:xfrm>
        </p:grpSpPr>
        <p:sp>
          <p:nvSpPr>
            <p:cNvPr id="80945" name="Rectangle 49"/>
            <p:cNvSpPr>
              <a:spLocks noChangeArrowheads="1"/>
            </p:cNvSpPr>
            <p:nvPr userDrawn="1"/>
          </p:nvSpPr>
          <p:spPr bwMode="auto">
            <a:xfrm flipV="1">
              <a:off x="6010" y="3385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6" name="Rectangle 50"/>
            <p:cNvSpPr>
              <a:spLocks noChangeArrowheads="1"/>
            </p:cNvSpPr>
            <p:nvPr userDrawn="1"/>
          </p:nvSpPr>
          <p:spPr bwMode="auto">
            <a:xfrm flipV="1">
              <a:off x="6126" y="3385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7" name="Rectangle 51"/>
            <p:cNvSpPr>
              <a:spLocks noChangeArrowheads="1"/>
            </p:cNvSpPr>
            <p:nvPr userDrawn="1"/>
          </p:nvSpPr>
          <p:spPr bwMode="auto">
            <a:xfrm flipV="1">
              <a:off x="6242" y="3385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48" name="Rectangle 52"/>
            <p:cNvSpPr>
              <a:spLocks noChangeArrowheads="1"/>
            </p:cNvSpPr>
            <p:nvPr userDrawn="1"/>
          </p:nvSpPr>
          <p:spPr bwMode="auto">
            <a:xfrm flipV="1">
              <a:off x="5893" y="3385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0" name="Group 53"/>
          <p:cNvGrpSpPr>
            <a:grpSpLocks/>
          </p:cNvGrpSpPr>
          <p:nvPr/>
        </p:nvGrpSpPr>
        <p:grpSpPr bwMode="auto">
          <a:xfrm>
            <a:off x="9355141" y="4192192"/>
            <a:ext cx="739775" cy="136922"/>
            <a:chOff x="5893" y="3521"/>
            <a:chExt cx="466" cy="115"/>
          </a:xfrm>
        </p:grpSpPr>
        <p:sp>
          <p:nvSpPr>
            <p:cNvPr id="80950" name="Rectangle 54"/>
            <p:cNvSpPr>
              <a:spLocks noChangeArrowheads="1"/>
            </p:cNvSpPr>
            <p:nvPr userDrawn="1"/>
          </p:nvSpPr>
          <p:spPr bwMode="auto">
            <a:xfrm flipV="1">
              <a:off x="6010" y="3521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1" name="Rectangle 55"/>
            <p:cNvSpPr>
              <a:spLocks noChangeArrowheads="1"/>
            </p:cNvSpPr>
            <p:nvPr userDrawn="1"/>
          </p:nvSpPr>
          <p:spPr bwMode="auto">
            <a:xfrm flipV="1">
              <a:off x="6126" y="3521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2" name="Rectangle 56"/>
            <p:cNvSpPr>
              <a:spLocks noChangeArrowheads="1"/>
            </p:cNvSpPr>
            <p:nvPr userDrawn="1"/>
          </p:nvSpPr>
          <p:spPr bwMode="auto">
            <a:xfrm flipV="1">
              <a:off x="6242" y="3521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3" name="Rectangle 57"/>
            <p:cNvSpPr>
              <a:spLocks noChangeArrowheads="1"/>
            </p:cNvSpPr>
            <p:nvPr userDrawn="1"/>
          </p:nvSpPr>
          <p:spPr bwMode="auto">
            <a:xfrm flipV="1">
              <a:off x="5893" y="3521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1" name="Group 58"/>
          <p:cNvGrpSpPr>
            <a:grpSpLocks/>
          </p:cNvGrpSpPr>
          <p:nvPr/>
        </p:nvGrpSpPr>
        <p:grpSpPr bwMode="auto">
          <a:xfrm>
            <a:off x="9355141" y="4354117"/>
            <a:ext cx="739775" cy="136922"/>
            <a:chOff x="5893" y="3657"/>
            <a:chExt cx="466" cy="115"/>
          </a:xfrm>
        </p:grpSpPr>
        <p:sp>
          <p:nvSpPr>
            <p:cNvPr id="80955" name="Rectangle 59"/>
            <p:cNvSpPr>
              <a:spLocks noChangeArrowheads="1"/>
            </p:cNvSpPr>
            <p:nvPr userDrawn="1"/>
          </p:nvSpPr>
          <p:spPr bwMode="auto">
            <a:xfrm flipV="1">
              <a:off x="6010" y="3657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6" name="Rectangle 60"/>
            <p:cNvSpPr>
              <a:spLocks noChangeArrowheads="1"/>
            </p:cNvSpPr>
            <p:nvPr userDrawn="1"/>
          </p:nvSpPr>
          <p:spPr bwMode="auto">
            <a:xfrm flipV="1">
              <a:off x="6126" y="3657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7" name="Rectangle 61"/>
            <p:cNvSpPr>
              <a:spLocks noChangeArrowheads="1"/>
            </p:cNvSpPr>
            <p:nvPr userDrawn="1"/>
          </p:nvSpPr>
          <p:spPr bwMode="auto">
            <a:xfrm flipV="1">
              <a:off x="6242" y="3657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58" name="Rectangle 62"/>
            <p:cNvSpPr>
              <a:spLocks noChangeArrowheads="1"/>
            </p:cNvSpPr>
            <p:nvPr userDrawn="1"/>
          </p:nvSpPr>
          <p:spPr bwMode="auto">
            <a:xfrm flipV="1">
              <a:off x="5893" y="3657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2" name="Group 63"/>
          <p:cNvGrpSpPr>
            <a:grpSpLocks/>
          </p:cNvGrpSpPr>
          <p:nvPr/>
        </p:nvGrpSpPr>
        <p:grpSpPr bwMode="auto">
          <a:xfrm>
            <a:off x="9355141" y="4624389"/>
            <a:ext cx="739775" cy="136922"/>
            <a:chOff x="5893" y="3884"/>
            <a:chExt cx="466" cy="115"/>
          </a:xfrm>
        </p:grpSpPr>
        <p:sp>
          <p:nvSpPr>
            <p:cNvPr id="80960" name="Rectangle 64"/>
            <p:cNvSpPr>
              <a:spLocks noChangeArrowheads="1"/>
            </p:cNvSpPr>
            <p:nvPr userDrawn="1"/>
          </p:nvSpPr>
          <p:spPr bwMode="auto">
            <a:xfrm flipV="1">
              <a:off x="6010" y="3884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1" name="Rectangle 65"/>
            <p:cNvSpPr>
              <a:spLocks noChangeArrowheads="1"/>
            </p:cNvSpPr>
            <p:nvPr userDrawn="1"/>
          </p:nvSpPr>
          <p:spPr bwMode="auto">
            <a:xfrm flipV="1">
              <a:off x="6126" y="3884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2" name="Rectangle 66"/>
            <p:cNvSpPr>
              <a:spLocks noChangeArrowheads="1"/>
            </p:cNvSpPr>
            <p:nvPr userDrawn="1"/>
          </p:nvSpPr>
          <p:spPr bwMode="auto">
            <a:xfrm flipV="1">
              <a:off x="6242" y="3884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3" name="Rectangle 67"/>
            <p:cNvSpPr>
              <a:spLocks noChangeArrowheads="1"/>
            </p:cNvSpPr>
            <p:nvPr userDrawn="1"/>
          </p:nvSpPr>
          <p:spPr bwMode="auto">
            <a:xfrm flipV="1">
              <a:off x="5893" y="3884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3" name="Group 68"/>
          <p:cNvGrpSpPr>
            <a:grpSpLocks/>
          </p:cNvGrpSpPr>
          <p:nvPr/>
        </p:nvGrpSpPr>
        <p:grpSpPr bwMode="auto">
          <a:xfrm>
            <a:off x="9355141" y="4793458"/>
            <a:ext cx="739775" cy="136922"/>
            <a:chOff x="5893" y="4026"/>
            <a:chExt cx="466" cy="115"/>
          </a:xfrm>
        </p:grpSpPr>
        <p:sp>
          <p:nvSpPr>
            <p:cNvPr id="80965" name="Rectangle 69"/>
            <p:cNvSpPr>
              <a:spLocks noChangeArrowheads="1"/>
            </p:cNvSpPr>
            <p:nvPr userDrawn="1"/>
          </p:nvSpPr>
          <p:spPr bwMode="auto">
            <a:xfrm flipV="1">
              <a:off x="6010" y="4026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6" name="Rectangle 70"/>
            <p:cNvSpPr>
              <a:spLocks noChangeArrowheads="1"/>
            </p:cNvSpPr>
            <p:nvPr userDrawn="1"/>
          </p:nvSpPr>
          <p:spPr bwMode="auto">
            <a:xfrm flipV="1">
              <a:off x="6126" y="4026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7" name="Rectangle 71"/>
            <p:cNvSpPr>
              <a:spLocks noChangeArrowheads="1"/>
            </p:cNvSpPr>
            <p:nvPr userDrawn="1"/>
          </p:nvSpPr>
          <p:spPr bwMode="auto">
            <a:xfrm flipV="1">
              <a:off x="6242" y="4026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68" name="Rectangle 72"/>
            <p:cNvSpPr>
              <a:spLocks noChangeArrowheads="1"/>
            </p:cNvSpPr>
            <p:nvPr userDrawn="1"/>
          </p:nvSpPr>
          <p:spPr bwMode="auto">
            <a:xfrm flipV="1">
              <a:off x="5893" y="4026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4" name="Group 73"/>
          <p:cNvGrpSpPr>
            <a:grpSpLocks/>
          </p:cNvGrpSpPr>
          <p:nvPr/>
        </p:nvGrpSpPr>
        <p:grpSpPr bwMode="auto">
          <a:xfrm>
            <a:off x="9355141" y="4961335"/>
            <a:ext cx="739775" cy="136922"/>
            <a:chOff x="5893" y="4167"/>
            <a:chExt cx="466" cy="115"/>
          </a:xfrm>
        </p:grpSpPr>
        <p:sp>
          <p:nvSpPr>
            <p:cNvPr id="80970" name="Rectangle 74"/>
            <p:cNvSpPr>
              <a:spLocks noChangeArrowheads="1"/>
            </p:cNvSpPr>
            <p:nvPr userDrawn="1"/>
          </p:nvSpPr>
          <p:spPr bwMode="auto">
            <a:xfrm flipV="1">
              <a:off x="6010" y="4167"/>
              <a:ext cx="116" cy="11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71" name="Rectangle 75"/>
            <p:cNvSpPr>
              <a:spLocks noChangeArrowheads="1"/>
            </p:cNvSpPr>
            <p:nvPr userDrawn="1"/>
          </p:nvSpPr>
          <p:spPr bwMode="auto">
            <a:xfrm flipV="1">
              <a:off x="6126" y="4167"/>
              <a:ext cx="116" cy="11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72" name="Rectangle 76"/>
            <p:cNvSpPr>
              <a:spLocks noChangeArrowheads="1"/>
            </p:cNvSpPr>
            <p:nvPr userDrawn="1"/>
          </p:nvSpPr>
          <p:spPr bwMode="auto">
            <a:xfrm flipV="1">
              <a:off x="6242" y="4167"/>
              <a:ext cx="117" cy="11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0973" name="Rectangle 77"/>
            <p:cNvSpPr>
              <a:spLocks noChangeArrowheads="1"/>
            </p:cNvSpPr>
            <p:nvPr userDrawn="1"/>
          </p:nvSpPr>
          <p:spPr bwMode="auto">
            <a:xfrm flipV="1">
              <a:off x="5893" y="4167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921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3" r:id="rId15"/>
  </p:sldLayoutIdLst>
  <p:hf sldNum="0" hdr="0" ftr="0"/>
  <p:txStyles>
    <p:titleStyle>
      <a:lvl1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+mj-lt"/>
          <a:ea typeface="+mj-ea"/>
          <a:cs typeface="+mj-cs"/>
        </a:defRPr>
      </a:lvl1pPr>
      <a:lvl2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2pPr>
      <a:lvl3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3pPr>
      <a:lvl4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4pPr>
      <a:lvl5pPr algn="l" defTabSz="801688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5pPr>
      <a:lvl6pPr marL="457200" algn="l" defTabSz="801688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6pPr>
      <a:lvl7pPr marL="914400" algn="l" defTabSz="801688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7pPr>
      <a:lvl8pPr marL="1371600" algn="l" defTabSz="801688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8pPr>
      <a:lvl9pPr marL="1828800" algn="l" defTabSz="801688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9pPr>
    </p:titleStyle>
    <p:bodyStyle>
      <a:lvl1pPr marL="300038" indent="-300038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bg2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50825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2pPr>
      <a:lvl3pPr marL="1003300" indent="-201613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Light" pitchFamily="34" charset="0"/>
          <a:ea typeface="+mn-ea"/>
        </a:defRPr>
      </a:lvl3pPr>
      <a:lvl4pPr marL="1401763" indent="-200025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j-lt"/>
          <a:ea typeface="+mn-ea"/>
        </a:defRPr>
      </a:lvl4pPr>
      <a:lvl5pPr marL="1803400" indent="-201613" algn="l" defTabSz="801688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5pPr>
      <a:lvl6pPr marL="2260600" indent="-201613" algn="l" defTabSz="801688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6pPr>
      <a:lvl7pPr marL="2717800" indent="-201613" algn="l" defTabSz="801688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7pPr>
      <a:lvl8pPr marL="3175000" indent="-201613" algn="l" defTabSz="801688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8pPr>
      <a:lvl9pPr marL="3632200" indent="-201613" algn="l" defTabSz="801688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9">
            <a:extLst>
              <a:ext uri="{FF2B5EF4-FFF2-40B4-BE49-F238E27FC236}">
                <a16:creationId xmlns:a16="http://schemas.microsoft.com/office/drawing/2014/main" id="{7BE5F351-F74C-43CB-BB81-73DED6A3B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" y="1286935"/>
            <a:ext cx="6598920" cy="2167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2800" b="1" ker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XX技术研发示例组</a:t>
            </a:r>
            <a:endParaRPr lang="en-US" altLang="zh-CN" sz="2800" b="1" ker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2800" b="1" ker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“四张地图”</a:t>
            </a:r>
            <a:endParaRPr lang="en-US" altLang="zh-CN" sz="28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0" hangingPunct="0">
              <a:lnSpc>
                <a:spcPct val="150000"/>
              </a:lnSpc>
              <a:defRPr/>
            </a:pPr>
            <a:endParaRPr lang="en-US" altLang="zh-CN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altLang="zh-CN" ker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PL</a:t>
            </a:r>
            <a:r>
              <a:rPr lang="zh-CN" altLang="en-US" ker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：张三 </a:t>
            </a:r>
            <a:r>
              <a:rPr lang="en-US" altLang="zh-CN" ker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00860000</a:t>
            </a:r>
            <a:endParaRPr lang="en-US" altLang="zh-CN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advClick="0" advTm="8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2944" y="175031"/>
            <a:ext cx="7745412" cy="462171"/>
          </a:xfrm>
        </p:spPr>
        <p:txBody>
          <a:bodyPr/>
          <a:lstStyle/>
          <a:p>
            <a:pPr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业务地图</a:t>
            </a:r>
            <a:endPara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170552" y="589692"/>
            <a:ext cx="8380544" cy="40289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91416" tIns="45708" rIns="91416" bIns="45708">
            <a:spAutoFit/>
          </a:bodyPr>
          <a:lstStyle/>
          <a:p>
            <a:pPr lvl="0" eaLnBrk="0" hangingPunct="0"/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1.基于XX平台和样板业务特点，使能推理引擎X 、推理框架A、 开源框架S生态建设，持续构建样板高性能训推竞争力</a:t>
            </a:r>
            <a:r>
              <a:rPr lang="zh-CN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r>
              <a:rPr lang="zh-CN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/>
            </a:r>
            <a:endParaRPr lang="en-US" altLang="zh-CN" sz="1100" b="1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3736" indent="-173736" fontAlgn="ctr">
              <a:lnSpc>
                <a:spcPts val="1700"/>
              </a:lnSpc>
            </a:pPr>
            <a:r>
              <a:rPr lang="zh-CN" altLang="en-US" sz="1000">
                <a:latin typeface="微软雅黑" charset="0"/>
                <a:ea typeface="微软雅黑" charset="0"/>
              </a:rPr>
              <a:t>样板稀疏量化：训练FP8、推理FP4低精、混合量化&amp;稀疏算法，提升样板稀疏量化竞争力</a:t>
            </a:r>
            <a:r>
              <a:rPr lang="zh-CN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r>
              <a:rPr lang="zh-CN" altLang="zh-CN" sz="1000">
                <a:latin typeface="微软雅黑" charset="0"/>
                <a:ea typeface="微软雅黑" charset="0"/>
              </a:rPr>
              <a:t/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000">
                <a:latin typeface="微软雅黑" charset="0"/>
                <a:ea typeface="微软雅黑" charset="0"/>
              </a:rPr>
              <a:t>样板训练：样板训练专家负载均衡路由算法+通信优化，提升样板训练大EP场景竞争力</a:t>
            </a:r>
            <a:r>
              <a:rPr lang="en-US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r>
              <a:rPr lang="en-US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000">
                <a:latin typeface="微软雅黑" charset="0"/>
                <a:ea typeface="微软雅黑" charset="0"/>
              </a:rPr>
              <a:t>样板推理：emb cache样板理解加速，语音模型推理加速</a:t>
            </a:r>
            <a:r>
              <a:rPr lang="en-US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000">
                <a:latin typeface="微软雅黑" charset="0"/>
                <a:ea typeface="微软雅黑" charset="0"/>
              </a:rPr>
              <a:t>样板FA过载自适应优化：动态调频、FA切分，算子重排</a:t>
            </a:r>
            <a:r>
              <a:rPr lang="en-US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r>
              <a:rPr lang="zh-CN" altLang="en-US" sz="1000" b="1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r>
              <a:rPr lang="en-US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000" b="1">
                <a:latin typeface="微软雅黑" charset="0"/>
                <a:ea typeface="微软雅黑" charset="0"/>
              </a:rPr>
              <a:t>关键挑战：量化精度优化评估，XX技术项目快速打通，训推算法开源社区价值兑现，功耗优化XX版本平稳交付落地+客户面支撑</a:t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r>
              <a:rPr lang="en-US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r>
              <a:rPr lang="en-US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  <a:r>
              <a:rPr lang="en-US" altLang="zh-CN" sz="1000">
                <a:latin typeface="微软雅黑" charset="0"/>
                <a:ea typeface="微软雅黑" charset="0"/>
              </a:rPr>
              <a:t/>
            </a:r>
            <a:r>
              <a:rPr lang="zh-CN" altLang="en-US" sz="1000">
                <a:latin typeface="微软雅黑" charset="0"/>
                <a:ea typeface="微软雅黑" charset="0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2.Agent</a:t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算子生成，项目</a:t>
            </a: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630</a:t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930</a:t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关键节点达成，保障</a:t>
            </a: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Agentic RL</a:t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训练效果，算子生成关键技术点开发落地</a:t>
            </a:r>
            <a:endParaRPr lang="en-US" altLang="zh-CN" sz="1100" b="1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SFT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CoT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蒸馏，数据精简，多轮改造数据增强，构建开源高质量训练数据集</a:t>
            </a:r>
            <a:endParaRPr lang="en-US" altLang="zh-CN" sz="100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RL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：训练算法</a:t>
            </a: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Reward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设计、</a:t>
            </a: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并行编程语言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训练流程优化，</a:t>
            </a: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profiling feedback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注入优化，提升</a:t>
            </a: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SFT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RL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训练效果</a:t>
            </a:r>
            <a:endParaRPr lang="en-US" altLang="zh-CN" sz="100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000" b="1">
                <a:latin typeface="微软雅黑" pitchFamily="34" charset="-122"/>
                <a:ea typeface="微软雅黑" pitchFamily="34" charset="-122"/>
              </a:rPr>
              <a:t>关键挑战：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数据集质量难评估，</a:t>
            </a: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Agent RL</a:t>
            </a:r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训练不稳定，环境受限情况下大规模训练算法评估和效率提升</a:t>
            </a:r>
            <a:endParaRPr lang="en-US" altLang="zh-CN" sz="100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团队建设，结合内转、校招，提升团队竞争力</a:t>
            </a:r>
            <a:r>
              <a:rPr lang="en-US" altLang="zh-CN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11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组织能力</a:t>
            </a:r>
            <a:endParaRPr lang="en-US" altLang="zh-CN" sz="1100" b="1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000">
                <a:latin typeface="微软雅黑" charset="0"/>
                <a:ea typeface="微软雅黑" charset="0"/>
              </a:rPr>
              <a:t>团队构成：当前</a:t>
            </a:r>
            <a:r>
              <a:rPr lang="en-US" altLang="zh-CN" sz="1000">
                <a:latin typeface="微软雅黑" charset="0"/>
                <a:ea typeface="微软雅黑" charset="0"/>
              </a:rPr>
              <a:t>15</a:t>
            </a:r>
            <a:r>
              <a:rPr lang="zh-CN" altLang="en-US" sz="1000">
                <a:latin typeface="微软雅黑" charset="0"/>
                <a:ea typeface="微软雅黑" charset="0"/>
              </a:rPr>
              <a:t>人（自有</a:t>
            </a:r>
            <a:r>
              <a:rPr lang="en-US" altLang="zh-CN" sz="1000">
                <a:latin typeface="微软雅黑" charset="0"/>
                <a:ea typeface="微软雅黑" charset="0"/>
              </a:rPr>
              <a:t>12</a:t>
            </a:r>
            <a:r>
              <a:rPr lang="zh-CN" altLang="en-US" sz="1000">
                <a:latin typeface="微软雅黑" charset="0"/>
                <a:ea typeface="微软雅黑" charset="0"/>
              </a:rPr>
              <a:t>人</a:t>
            </a:r>
            <a:r>
              <a:rPr lang="en-US" altLang="zh-CN" sz="1000">
                <a:latin typeface="微软雅黑" charset="0"/>
                <a:ea typeface="微软雅黑" charset="0"/>
              </a:rPr>
              <a:t> + OD 1</a:t>
            </a:r>
            <a:r>
              <a:rPr lang="zh-CN" altLang="en-US" sz="1000">
                <a:latin typeface="微软雅黑" charset="0"/>
                <a:ea typeface="微软雅黑" charset="0"/>
              </a:rPr>
              <a:t>人</a:t>
            </a:r>
            <a:r>
              <a:rPr lang="en-US" altLang="zh-CN" sz="1000">
                <a:latin typeface="微软雅黑" charset="0"/>
                <a:ea typeface="微软雅黑" charset="0"/>
              </a:rPr>
              <a:t>+</a:t>
            </a:r>
            <a:r>
              <a:rPr lang="zh-CN" altLang="en-US" sz="1000">
                <a:latin typeface="微软雅黑" charset="0"/>
                <a:ea typeface="微软雅黑" charset="0"/>
              </a:rPr>
              <a:t>实习生</a:t>
            </a:r>
            <a:r>
              <a:rPr lang="en-US" altLang="zh-CN" sz="1000">
                <a:latin typeface="微软雅黑" charset="0"/>
                <a:ea typeface="微软雅黑" charset="0"/>
              </a:rPr>
              <a:t>1</a:t>
            </a:r>
            <a:r>
              <a:rPr lang="zh-CN" altLang="en-US" sz="1000">
                <a:latin typeface="微软雅黑" charset="0"/>
                <a:ea typeface="微软雅黑" charset="0"/>
              </a:rPr>
              <a:t>人，访问学者</a:t>
            </a:r>
            <a:r>
              <a:rPr lang="en-US" altLang="zh-CN" sz="1000">
                <a:latin typeface="微软雅黑" charset="0"/>
                <a:ea typeface="微软雅黑" charset="0"/>
              </a:rPr>
              <a:t>1</a:t>
            </a:r>
            <a:r>
              <a:rPr lang="zh-CN" altLang="en-US" sz="1000">
                <a:latin typeface="微软雅黑" charset="0"/>
                <a:ea typeface="微软雅黑" charset="0"/>
              </a:rPr>
              <a:t>人），年底达到</a:t>
            </a:r>
            <a:r>
              <a:rPr lang="en-US" altLang="zh-CN" sz="1000">
                <a:latin typeface="微软雅黑" charset="0"/>
                <a:ea typeface="微软雅黑" charset="0"/>
              </a:rPr>
              <a:t>18+</a:t>
            </a:r>
            <a:r>
              <a:rPr lang="zh-CN" altLang="en-US" sz="1000">
                <a:latin typeface="微软雅黑" charset="0"/>
                <a:ea typeface="微软雅黑" charset="0"/>
              </a:rPr>
              <a:t>（自有</a:t>
            </a:r>
            <a:r>
              <a:rPr lang="en-US" altLang="zh-CN" sz="1000">
                <a:latin typeface="微软雅黑" charset="0"/>
                <a:ea typeface="微软雅黑" charset="0"/>
              </a:rPr>
              <a:t>+OD</a:t>
            </a:r>
            <a:r>
              <a:rPr lang="zh-CN" altLang="en-US" sz="1000">
                <a:latin typeface="微软雅黑" charset="0"/>
                <a:ea typeface="微软雅黑" charset="0"/>
              </a:rPr>
              <a:t>）</a:t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000">
                <a:latin typeface="微软雅黑" charset="0"/>
                <a:ea typeface="微软雅黑" charset="0"/>
              </a:rPr>
              <a:t>能力提升：任职提升（</a:t>
            </a:r>
            <a:r>
              <a:rPr lang="en-US" altLang="zh-CN" sz="1000">
                <a:latin typeface="微软雅黑" charset="0"/>
                <a:ea typeface="微软雅黑" charset="0"/>
              </a:rPr>
              <a:t>5</a:t>
            </a:r>
            <a:r>
              <a:rPr lang="zh-CN" altLang="en-US" sz="1000">
                <a:latin typeface="微软雅黑" charset="0"/>
                <a:ea typeface="微软雅黑" charset="0"/>
              </a:rPr>
              <a:t>级</a:t>
            </a:r>
            <a:r>
              <a:rPr lang="en-US" altLang="zh-CN" sz="1000">
                <a:latin typeface="微软雅黑" charset="0"/>
                <a:ea typeface="微软雅黑" charset="0"/>
              </a:rPr>
              <a:t>1</a:t>
            </a:r>
            <a:r>
              <a:rPr lang="zh-CN" altLang="en-US" sz="1000">
                <a:latin typeface="微软雅黑" charset="0"/>
                <a:ea typeface="微软雅黑" charset="0"/>
              </a:rPr>
              <a:t>人，</a:t>
            </a:r>
            <a:r>
              <a:rPr lang="en-US" altLang="zh-CN" sz="1000">
                <a:latin typeface="微软雅黑" charset="0"/>
                <a:ea typeface="微软雅黑" charset="0"/>
              </a:rPr>
              <a:t>4</a:t>
            </a:r>
            <a:r>
              <a:rPr lang="zh-CN" altLang="en-US" sz="1000">
                <a:latin typeface="微软雅黑" charset="0"/>
                <a:ea typeface="微软雅黑" charset="0"/>
              </a:rPr>
              <a:t>级</a:t>
            </a:r>
            <a:r>
              <a:rPr lang="en-US" altLang="zh-CN" sz="1000">
                <a:latin typeface="微软雅黑" charset="0"/>
                <a:ea typeface="微软雅黑" charset="0"/>
              </a:rPr>
              <a:t>1</a:t>
            </a:r>
            <a:r>
              <a:rPr lang="zh-CN" altLang="en-US" sz="1000">
                <a:latin typeface="微软雅黑" charset="0"/>
                <a:ea typeface="微软雅黑" charset="0"/>
              </a:rPr>
              <a:t>人，</a:t>
            </a:r>
            <a:r>
              <a:rPr lang="en-US" altLang="zh-CN" sz="1000">
                <a:latin typeface="微软雅黑" charset="0"/>
                <a:ea typeface="微软雅黑" charset="0"/>
              </a:rPr>
              <a:t>3</a:t>
            </a:r>
            <a:r>
              <a:rPr lang="zh-CN" altLang="en-US" sz="1000">
                <a:latin typeface="微软雅黑" charset="0"/>
                <a:ea typeface="微软雅黑" charset="0"/>
              </a:rPr>
              <a:t>级</a:t>
            </a:r>
            <a:r>
              <a:rPr lang="en-US" altLang="zh-CN" sz="1000">
                <a:latin typeface="微软雅黑" charset="0"/>
                <a:ea typeface="微软雅黑" charset="0"/>
              </a:rPr>
              <a:t>4</a:t>
            </a:r>
            <a:r>
              <a:rPr lang="zh-CN" altLang="en-US" sz="1000">
                <a:latin typeface="微软雅黑" charset="0"/>
                <a:ea typeface="微软雅黑" charset="0"/>
              </a:rPr>
              <a:t>人，</a:t>
            </a:r>
            <a:r>
              <a:rPr lang="en-US" altLang="zh-CN" sz="1000">
                <a:latin typeface="微软雅黑" charset="0"/>
                <a:ea typeface="微软雅黑" charset="0"/>
              </a:rPr>
              <a:t>2</a:t>
            </a:r>
            <a:r>
              <a:rPr lang="zh-CN" altLang="en-US" sz="1000">
                <a:latin typeface="微软雅黑" charset="0"/>
                <a:ea typeface="微软雅黑" charset="0"/>
              </a:rPr>
              <a:t>级</a:t>
            </a:r>
            <a:r>
              <a:rPr lang="en-US" altLang="zh-CN" sz="1000">
                <a:latin typeface="微软雅黑" charset="0"/>
                <a:ea typeface="微软雅黑" charset="0"/>
              </a:rPr>
              <a:t>3</a:t>
            </a:r>
            <a:r>
              <a:rPr lang="zh-CN" altLang="en-US" sz="1000">
                <a:latin typeface="微软雅黑" charset="0"/>
                <a:ea typeface="微软雅黑" charset="0"/>
              </a:rPr>
              <a:t>人，</a:t>
            </a:r>
            <a:r>
              <a:rPr lang="en-US" altLang="zh-CN" sz="1000">
                <a:latin typeface="微软雅黑" charset="0"/>
                <a:ea typeface="微软雅黑" charset="0"/>
              </a:rPr>
              <a:t>1</a:t>
            </a:r>
            <a:r>
              <a:rPr lang="zh-CN" altLang="en-US" sz="1000">
                <a:latin typeface="微软雅黑" charset="0"/>
                <a:ea typeface="微软雅黑" charset="0"/>
              </a:rPr>
              <a:t>级</a:t>
            </a:r>
            <a:r>
              <a:rPr lang="en-US" altLang="zh-CN" sz="1000">
                <a:latin typeface="微软雅黑" charset="0"/>
                <a:ea typeface="微软雅黑" charset="0"/>
              </a:rPr>
              <a:t>3</a:t>
            </a:r>
            <a:r>
              <a:rPr lang="zh-CN" altLang="en-US" sz="1000">
                <a:latin typeface="微软雅黑" charset="0"/>
                <a:ea typeface="微软雅黑" charset="0"/>
              </a:rPr>
              <a:t>人）、论文专利发表（</a:t>
            </a:r>
            <a:r>
              <a:rPr lang="en-US" altLang="zh-CN" sz="1000">
                <a:latin typeface="微软雅黑" charset="0"/>
                <a:ea typeface="微软雅黑" charset="0"/>
              </a:rPr>
              <a:t>H1 2</a:t>
            </a:r>
            <a:r>
              <a:rPr lang="zh-CN" altLang="en-US" sz="1000">
                <a:latin typeface="微软雅黑" charset="0"/>
                <a:ea typeface="微软雅黑" charset="0"/>
              </a:rPr>
              <a:t>篇，</a:t>
            </a:r>
            <a:r>
              <a:rPr lang="en-US" altLang="zh-CN" sz="1000">
                <a:latin typeface="微软雅黑" charset="0"/>
                <a:ea typeface="微软雅黑" charset="0"/>
              </a:rPr>
              <a:t>H2</a:t>
            </a:r>
            <a:r>
              <a:rPr lang="zh-CN" altLang="en-US" sz="1000">
                <a:latin typeface="微软雅黑" charset="0"/>
                <a:ea typeface="微软雅黑" charset="0"/>
              </a:rPr>
              <a:t>规划</a:t>
            </a:r>
            <a:r>
              <a:rPr lang="en-US" altLang="zh-CN" sz="1000">
                <a:latin typeface="微软雅黑" charset="0"/>
                <a:ea typeface="微软雅黑" charset="0"/>
              </a:rPr>
              <a:t>5</a:t>
            </a:r>
            <a:r>
              <a:rPr lang="zh-CN" altLang="en-US" sz="1000">
                <a:latin typeface="微软雅黑" charset="0"/>
                <a:ea typeface="微软雅黑" charset="0"/>
              </a:rPr>
              <a:t>篇）</a:t>
            </a:r>
            <a:br>
              <a:rPr lang="en-US" altLang="zh-CN" sz="1000">
                <a:latin typeface="微软雅黑" charset="0"/>
                <a:ea typeface="微软雅黑" charset="0"/>
              </a:rPr>
            </a:br>
            <a:r>
              <a:rPr lang="en-US" altLang="zh-CN" sz="1000">
                <a:latin typeface="微软雅黑" charset="0"/>
                <a:ea typeface="微软雅黑" charset="0"/>
              </a:rPr>
              <a:t>                 </a:t>
            </a:r>
            <a:r>
              <a:rPr lang="zh-CN" altLang="en-US" sz="1000">
                <a:latin typeface="微软雅黑" charset="0"/>
                <a:ea typeface="微软雅黑" charset="0"/>
              </a:rPr>
              <a:t>技术分享（模型、需求算法）、关键项目交付（推理、训练、部门T）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关键挑战：</a:t>
            </a:r>
            <a:r>
              <a:rPr lang="en-US" altLang="zh-CN" sz="1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）新成员能力持续提升</a:t>
            </a:r>
            <a:endParaRPr lang="en-US" altLang="zh-CN" sz="100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2</a:t>
            </a:r>
            <a:r>
              <a:rPr lang="zh-CN" altLang="en-US" sz="1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SE</a:t>
            </a:r>
            <a:r>
              <a:rPr lang="zh-CN" altLang="en-US" sz="1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角色欠缺，需要尽快培养</a:t>
            </a:r>
            <a:endParaRPr lang="en-US" altLang="zh-CN" sz="100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3</a:t>
            </a:r>
            <a:r>
              <a:rPr lang="zh-CN" altLang="en-US" sz="1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）高职级内转员工能力激发</a:t>
            </a:r>
            <a:endParaRPr lang="en-US" altLang="zh-CN" sz="110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1C099E-067F-4AF7-86FC-D022F205F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32668" y="-53954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0A946880-3FFD-4D1D-AC06-D6C9F8874E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2847062"/>
              </p:ext>
            </p:extLst>
          </p:nvPr>
        </p:nvGraphicFramePr>
        <p:xfrm>
          <a:off x="7190947" y="7894"/>
          <a:ext cx="1943240" cy="188926"/>
        </p:xfrm>
        <a:graphic>
          <a:graphicData uri="http://schemas.openxmlformats.org/drawingml/2006/table">
            <a:tbl>
              <a:tblPr firstRow="1" bandRow="1"/>
              <a:tblGrid>
                <a:gridCol w="4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926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业务地图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组织地图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2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人才地图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1pPr>
                      <a:lvl2pPr marL="593662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2pPr>
                      <a:lvl3pPr marL="1187323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3pPr>
                      <a:lvl4pPr marL="1780986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4pPr>
                      <a:lvl5pPr marL="2374648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5pPr>
                      <a:lvl6pPr marL="2968309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6pPr>
                      <a:lvl7pPr marL="3561971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7pPr>
                      <a:lvl8pPr marL="4155634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8pPr>
                      <a:lvl9pPr marL="4749295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氛围地图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330313"/>
      </p:ext>
    </p:extLst>
  </p:cSld>
  <p:clrMapOvr>
    <a:masterClrMapping/>
  </p:clrMapOvr>
  <p:transition advClick="0" advTm="8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49720"/>
              </p:ext>
            </p:extLst>
          </p:nvPr>
        </p:nvGraphicFramePr>
        <p:xfrm>
          <a:off x="8339178" y="243512"/>
          <a:ext cx="755751" cy="642632"/>
        </p:xfrm>
        <a:graphic>
          <a:graphicData uri="http://schemas.openxmlformats.org/drawingml/2006/table">
            <a:tbl>
              <a:tblPr/>
              <a:tblGrid>
                <a:gridCol w="755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80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胜任度高</a:t>
                      </a:r>
                    </a:p>
                  </a:txBody>
                  <a:tcPr marL="53979" marR="53979" marT="26989" marB="26989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胜任</a:t>
                      </a:r>
                    </a:p>
                  </a:txBody>
                  <a:tcPr marL="53979" marR="53979" marT="26989" marB="26989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基本胜任</a:t>
                      </a:r>
                    </a:p>
                  </a:txBody>
                  <a:tcPr marL="53979" marR="53979" marT="26989" marB="26989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暂不胜任</a:t>
                      </a:r>
                    </a:p>
                  </a:txBody>
                  <a:tcPr marL="53979" marR="53979" marT="26989" marB="26989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509028"/>
              </p:ext>
            </p:extLst>
          </p:nvPr>
        </p:nvGraphicFramePr>
        <p:xfrm>
          <a:off x="7190947" y="7894"/>
          <a:ext cx="1943240" cy="188926"/>
        </p:xfrm>
        <a:graphic>
          <a:graphicData uri="http://schemas.openxmlformats.org/drawingml/2006/table">
            <a:tbl>
              <a:tblPr firstRow="1" bandRow="1"/>
              <a:tblGrid>
                <a:gridCol w="4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926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业务地图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组织地图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2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人才地图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1pPr>
                      <a:lvl2pPr marL="593662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2pPr>
                      <a:lvl3pPr marL="1187323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3pPr>
                      <a:lvl4pPr marL="1780986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4pPr>
                      <a:lvl5pPr marL="2374648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5pPr>
                      <a:lvl6pPr marL="2968309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6pPr>
                      <a:lvl7pPr marL="3561971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7pPr>
                      <a:lvl8pPr marL="4155634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8pPr>
                      <a:lvl9pPr marL="4749295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氛围地图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1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090229"/>
              </p:ext>
            </p:extLst>
          </p:nvPr>
        </p:nvGraphicFramePr>
        <p:xfrm>
          <a:off x="126762" y="663799"/>
          <a:ext cx="3691417" cy="1732177"/>
        </p:xfrm>
        <a:graphic>
          <a:graphicData uri="http://schemas.openxmlformats.org/drawingml/2006/table">
            <a:tbl>
              <a:tblPr/>
              <a:tblGrid>
                <a:gridCol w="128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87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Agent</a:t>
                      </a:r>
                      <a:r>
                        <a:rPr kumimoji="0" lang="zh-CN" altLang="en-US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算子生成</a:t>
                      </a:r>
                      <a:endParaRPr kumimoji="0" lang="zh-CN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SFT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+PAE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i="0" u="none" strike="noStrike" kern="120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成员A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 kern="120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/ 2 / 2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RL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成员B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 </a:t>
                      </a: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4 / 5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数据算法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i="0" u="none" strike="noStrike" kern="120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成员C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 kern="120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15/1/2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265573"/>
                  </a:ext>
                </a:extLst>
              </a:tr>
              <a:tr h="251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编码工具+benchmark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成员D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14/1/1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0334"/>
                  </a:ext>
                </a:extLst>
              </a:tr>
              <a:tr h="251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小巧灵需求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16/2/4</a:t>
                      </a:r>
                      <a:endParaRPr kumimoji="0" lang="zh-CN" altLang="en-US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86726"/>
                  </a:ext>
                </a:extLst>
              </a:tr>
              <a:tr h="16193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合作团队：部门A、部门B、部门C、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部门D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、部门E、部门F、部门G、部门H、部门I、部门J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558802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59273"/>
              </p:ext>
            </p:extLst>
          </p:nvPr>
        </p:nvGraphicFramePr>
        <p:xfrm>
          <a:off x="126762" y="2571750"/>
          <a:ext cx="3694031" cy="1408521"/>
        </p:xfrm>
        <a:graphic>
          <a:graphicData uri="http://schemas.openxmlformats.org/drawingml/2006/table">
            <a:tbl>
              <a:tblPr firstCol="1"/>
              <a:tblGrid>
                <a:gridCol w="528930">
                  <a:extLst>
                    <a:ext uri="{9D8B030D-6E8A-4147-A177-3AD203B41FA5}">
                      <a16:colId xmlns:a16="http://schemas.microsoft.com/office/drawing/2014/main" val="3071406690"/>
                    </a:ext>
                  </a:extLst>
                </a:gridCol>
                <a:gridCol w="1186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90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量化</a:t>
                      </a:r>
                      <a:endParaRPr kumimoji="0" lang="zh-CN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特性</a:t>
                      </a:r>
                      <a:endParaRPr kumimoji="0" lang="zh-CN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人岗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任职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0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量化算子开发 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样板mxfp4, WAN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成员F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 /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 </a:t>
                      </a: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6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105397"/>
                  </a:ext>
                </a:extLst>
              </a:tr>
              <a:tr h="24290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 mxfp4 C4 DSV4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成员G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 </a:t>
                      </a: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1 / 5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0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QAT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、蒸馏、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RL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低精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 / 2 / 4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89132"/>
                  </a:ext>
                </a:extLst>
              </a:tr>
              <a:tr h="24290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合作团队：部门A、部门K、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平台X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、部门T、部门L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88099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352893"/>
              </p:ext>
            </p:extLst>
          </p:nvPr>
        </p:nvGraphicFramePr>
        <p:xfrm>
          <a:off x="3965652" y="196820"/>
          <a:ext cx="4295171" cy="1226273"/>
        </p:xfrm>
        <a:graphic>
          <a:graphicData uri="http://schemas.openxmlformats.org/drawingml/2006/table">
            <a:tbl>
              <a:tblPr/>
              <a:tblGrid>
                <a:gridCol w="194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994">
                  <a:extLst>
                    <a:ext uri="{9D8B030D-6E8A-4147-A177-3AD203B41FA5}">
                      <a16:colId xmlns:a16="http://schemas.microsoft.com/office/drawing/2014/main" val="2260545458"/>
                    </a:ext>
                  </a:extLst>
                </a:gridCol>
              </a:tblGrid>
              <a:tr h="17523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</a:t>
                      </a:r>
                      <a:r>
                        <a:rPr kumimoji="0" lang="zh-CN" altLang="en-US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功耗自适应优化</a:t>
                      </a:r>
                      <a:endParaRPr kumimoji="0" lang="zh-CN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落地</a:t>
                      </a:r>
                      <a:endParaRPr kumimoji="0" lang="zh-CN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成员H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 / 5 / 8</a:t>
                      </a:r>
                      <a:endParaRPr kumimoji="0" lang="zh-CN" altLang="en-US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仓库A</a:t>
                      </a:r>
                      <a:endParaRPr kumimoji="0" lang="zh-CN" altLang="en-US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可视化工具、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Seq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成员D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/1/ 1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Seq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切分、调频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成员I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 / 3 / 5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33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合作团队：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部门R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、部门M、部门U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678751"/>
                  </a:ext>
                </a:extLst>
              </a:tr>
            </a:tbl>
          </a:graphicData>
        </a:graphic>
      </p:graphicFrame>
      <p:sp>
        <p:nvSpPr>
          <p:cNvPr id="49" name="Rectangle 2">
            <a:extLst>
              <a:ext uri="{FF2B5EF4-FFF2-40B4-BE49-F238E27FC236}">
                <a16:creationId xmlns:a16="http://schemas.microsoft.com/office/drawing/2014/main" id="{98D7947E-E90A-4641-BDBD-ABC0EC31DFAB}"/>
              </a:ext>
            </a:extLst>
          </p:cNvPr>
          <p:cNvSpPr txBox="1">
            <a:spLocks noChangeArrowheads="1"/>
          </p:cNvSpPr>
          <p:nvPr/>
        </p:nvSpPr>
        <p:spPr>
          <a:xfrm>
            <a:off x="92944" y="175031"/>
            <a:ext cx="7745412" cy="462171"/>
          </a:xfrm>
          <a:prstGeom prst="rect">
            <a:avLst/>
          </a:prstGeom>
        </p:spPr>
        <p:txBody>
          <a:bodyPr/>
          <a:lstStyle>
            <a:lvl1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2pPr>
            <a:lvl3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3pPr>
            <a:lvl4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4pPr>
            <a:lvl5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5pPr>
            <a:lvl6pPr marL="457200"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6pPr>
            <a:lvl7pPr marL="914400"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7pPr>
            <a:lvl8pPr marL="1371600"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8pPr>
            <a:lvl9pPr marL="1828800"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r>
              <a:rPr lang="zh-CN" altLang="en-US" sz="2400" kern="0">
                <a:latin typeface="微软雅黑" pitchFamily="34" charset="-122"/>
                <a:ea typeface="微软雅黑" pitchFamily="34" charset="-122"/>
              </a:rPr>
              <a:t>组织地图</a:t>
            </a:r>
            <a:endParaRPr lang="zh-CN" altLang="en-US" sz="2400" kern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A72AB4E-C3A0-46C2-957A-9C8FD2037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076656"/>
              </p:ext>
            </p:extLst>
          </p:nvPr>
        </p:nvGraphicFramePr>
        <p:xfrm>
          <a:off x="3965650" y="1479537"/>
          <a:ext cx="4868546" cy="893834"/>
        </p:xfrm>
        <a:graphic>
          <a:graphicData uri="http://schemas.openxmlformats.org/drawingml/2006/table">
            <a:tbl>
              <a:tblPr/>
              <a:tblGrid>
                <a:gridCol w="222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476">
                  <a:extLst>
                    <a:ext uri="{9D8B030D-6E8A-4147-A177-3AD203B41FA5}">
                      <a16:colId xmlns:a16="http://schemas.microsoft.com/office/drawing/2014/main" val="1372698989"/>
                    </a:ext>
                  </a:extLst>
                </a:gridCol>
              </a:tblGrid>
              <a:tr h="186231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样板训练加速</a:t>
                      </a:r>
                      <a:endParaRPr kumimoji="0" lang="zh-CN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落地</a:t>
                      </a:r>
                      <a:endParaRPr kumimoji="0" lang="zh-CN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训推EPLB + XX负载均衡框架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成员K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/ 3 / 5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仓库B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66980"/>
                  </a:ext>
                </a:extLst>
              </a:tr>
              <a:tr h="186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训推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EPLB + XX流水线均衡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成员L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D2 / x / 2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231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合作团队：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部门R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、部门N、部门O、部门P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691682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95E54EB-6D9B-46B5-A713-B6E7DAA32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262116"/>
              </p:ext>
            </p:extLst>
          </p:nvPr>
        </p:nvGraphicFramePr>
        <p:xfrm>
          <a:off x="3965650" y="2565096"/>
          <a:ext cx="4868546" cy="1738010"/>
        </p:xfrm>
        <a:graphic>
          <a:graphicData uri="http://schemas.openxmlformats.org/drawingml/2006/table">
            <a:tbl>
              <a:tblPr/>
              <a:tblGrid>
                <a:gridCol w="2216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101">
                  <a:extLst>
                    <a:ext uri="{9D8B030D-6E8A-4147-A177-3AD203B41FA5}">
                      <a16:colId xmlns:a16="http://schemas.microsoft.com/office/drawing/2014/main" val="2397502687"/>
                    </a:ext>
                  </a:extLst>
                </a:gridCol>
                <a:gridCol w="405904">
                  <a:extLst>
                    <a:ext uri="{9D8B030D-6E8A-4147-A177-3AD203B41FA5}">
                      <a16:colId xmlns:a16="http://schemas.microsoft.com/office/drawing/2014/main" val="1945441560"/>
                    </a:ext>
                  </a:extLst>
                </a:gridCol>
                <a:gridCol w="896558">
                  <a:extLst>
                    <a:ext uri="{9D8B030D-6E8A-4147-A177-3AD203B41FA5}">
                      <a16:colId xmlns:a16="http://schemas.microsoft.com/office/drawing/2014/main" val="2118882853"/>
                    </a:ext>
                  </a:extLst>
                </a:gridCol>
                <a:gridCol w="796397">
                  <a:extLst>
                    <a:ext uri="{9D8B030D-6E8A-4147-A177-3AD203B41FA5}">
                      <a16:colId xmlns:a16="http://schemas.microsoft.com/office/drawing/2014/main" val="910614696"/>
                    </a:ext>
                  </a:extLst>
                </a:gridCol>
              </a:tblGrid>
              <a:tr h="15601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样板推理加速</a:t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151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Embedding Cache（样板理解）</a:t>
                      </a: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04115914"/>
                  </a:ext>
                </a:extLst>
              </a:tr>
              <a:tr h="1023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endParaRPr kumimoji="0" lang="zh-CN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kumimoji="0" lang="zh-CN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落地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1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成员H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 / 5 / 8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推理框架B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推理框架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框架适配，通信算子调优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成员I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 / 3 / 5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7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相似性算法、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memcache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通信算法调优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成员J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 / 2 / 2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8343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合作团队：部门S、部门T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29011622"/>
                  </a:ext>
                </a:extLst>
              </a:tr>
              <a:tr h="15261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语音模型（样板理解+生成）</a:t>
                      </a: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30858511"/>
                  </a:ext>
                </a:extLst>
              </a:tr>
              <a:tr h="152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800"/>
                        <a:t>epd</a:t>
                      </a:r>
                      <a:r>
                        <a:rPr lang="zh-CN" altLang="en-US" sz="800"/>
                        <a:t>分离</a:t>
                      </a:r>
                      <a:r>
                        <a:rPr lang="en-US" altLang="zh-CN" sz="800"/>
                        <a:t>+prefix cache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成员G</a:t>
                      </a:r>
                      <a:endParaRPr lang="zh-CN" altLang="en-US"/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 / 1 / 5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推理框架A</a:t>
                      </a:r>
                      <a:endParaRPr kumimoji="0" lang="zh-CN" altLang="en-US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054544"/>
                  </a:ext>
                </a:extLst>
              </a:tr>
              <a:tr h="152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流水并行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+图加速+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亲和算子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成员L</a:t>
                      </a:r>
                      <a:endParaRPr lang="zh-CN" altLang="en-US"/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D2 / x / 2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367349"/>
                  </a:ext>
                </a:extLst>
              </a:tr>
              <a:tr h="99449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合作团队：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部门R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、部门Q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2634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711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68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44386413"/>
              </p:ext>
            </p:extLst>
          </p:nvPr>
        </p:nvGraphicFramePr>
        <p:xfrm>
          <a:off x="251520" y="665612"/>
          <a:ext cx="8409879" cy="1804572"/>
        </p:xfrm>
        <a:graphic>
          <a:graphicData uri="http://schemas.openxmlformats.org/drawingml/2006/table">
            <a:tbl>
              <a:tblPr/>
              <a:tblGrid>
                <a:gridCol w="1281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5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6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7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岗位类型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核心职责</a:t>
                      </a:r>
                      <a:endParaRPr kumimoji="0" lang="en-US" altLang="zh-CN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职级分布</a:t>
                      </a:r>
                      <a:endParaRPr kumimoji="0" lang="zh-CN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经验要求</a:t>
                      </a:r>
                      <a:endParaRPr kumimoji="0" lang="zh-CN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当前人数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缺口</a:t>
                      </a:r>
                      <a:endParaRPr kumimoji="0" lang="zh-CN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PL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、项目管理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、业务管理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、团队建设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17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级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、成功做个版本交付组长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</a:t>
                      </a:r>
                      <a:r>
                        <a:rPr kumimoji="0" lang="en-US" altLang="zh-CN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MDE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思想导师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</a:t>
                      </a:r>
                      <a:r>
                        <a:rPr kumimoji="0" lang="en-US" altLang="zh-CN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QCC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圈长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一事经理；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、技术骨干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NA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SE</a:t>
                      </a: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、模块架构看护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、关键代码写作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、系统设计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、问题攻关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16-19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级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、领域技术牵头人</a:t>
                      </a: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.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；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、有核心代码开发的经验；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、前沿技术洞察能力；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/4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开发骨干</a:t>
                      </a: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、系统设计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、特性责任田</a:t>
                      </a:r>
                      <a:b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、模块编码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13-16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级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模块设计、算法实现，开发能力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10/13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95185"/>
              </p:ext>
            </p:extLst>
          </p:nvPr>
        </p:nvGraphicFramePr>
        <p:xfrm>
          <a:off x="251520" y="2701776"/>
          <a:ext cx="8391210" cy="1525904"/>
        </p:xfrm>
        <a:graphic>
          <a:graphicData uri="http://schemas.openxmlformats.org/drawingml/2006/table">
            <a:tbl>
              <a:tblPr/>
              <a:tblGrid>
                <a:gridCol w="1387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5328">
                  <a:extLst>
                    <a:ext uri="{9D8B030D-6E8A-4147-A177-3AD203B41FA5}">
                      <a16:colId xmlns:a16="http://schemas.microsoft.com/office/drawing/2014/main" val="3007167238"/>
                    </a:ext>
                  </a:extLst>
                </a:gridCol>
                <a:gridCol w="2315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90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岗位</a:t>
                      </a: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方向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人力需求</a:t>
                      </a: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引入策略</a:t>
                      </a: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5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SE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16+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级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样板训练推理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人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校招（成员Q）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+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内引培养（成员K）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2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量化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人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内引培养（成员F）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473079"/>
                  </a:ext>
                </a:extLst>
              </a:tr>
              <a:tr h="2172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RL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算法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人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内引培养（成员B）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689841"/>
                  </a:ext>
                </a:extLst>
              </a:tr>
              <a:tr h="21725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开发骨干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13-15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级）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样板训推技术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人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内引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968866"/>
                  </a:ext>
                </a:extLst>
              </a:tr>
              <a:tr h="22158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LLM+MM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稀疏量化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人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内引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58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Agent</a:t>
                      </a:r>
                      <a:r>
                        <a:rPr kumimoji="0" lang="zh-CN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算子生成</a:t>
                      </a:r>
                      <a:endParaRPr kumimoji="0" lang="zh-CN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人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校招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+</a:t>
                      </a: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内引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75982" marR="75982" marT="30665" marB="3066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82199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77035" y="2454424"/>
            <a:ext cx="165622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2813"/>
            <a:r>
              <a:rPr lang="zh-CN" altLang="en-US" sz="1000" b="1" dirty="0">
                <a:latin typeface="微软雅黑" pitchFamily="34" charset="-122"/>
                <a:ea typeface="微软雅黑" pitchFamily="34" charset="-122"/>
              </a:rPr>
              <a:t>人力招聘</a:t>
            </a:r>
            <a:r>
              <a:rPr lang="en-US" altLang="zh-CN" sz="1000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000" b="1" dirty="0">
                <a:latin typeface="微软雅黑" pitchFamily="34" charset="-122"/>
                <a:ea typeface="微软雅黑" pitchFamily="34" charset="-122"/>
              </a:rPr>
              <a:t>调配需求与计划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EB7C0F1-6E86-48F8-B8C0-A6A1C6539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944" y="175031"/>
            <a:ext cx="7745412" cy="462171"/>
          </a:xfrm>
        </p:spPr>
        <p:txBody>
          <a:bodyPr/>
          <a:lstStyle/>
          <a:p>
            <a:pPr eaLnBrk="1" hangingPunct="1"/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人才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地图</a:t>
            </a:r>
            <a:endPara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4FAB3E-6283-4BF0-BC6D-7C73921A81BA}"/>
              </a:ext>
            </a:extLst>
          </p:cNvPr>
          <p:cNvSpPr/>
          <p:nvPr/>
        </p:nvSpPr>
        <p:spPr>
          <a:xfrm>
            <a:off x="177035" y="4268063"/>
            <a:ext cx="8915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2813"/>
            <a:r>
              <a:rPr lang="zh-CN" altLang="en-US" sz="1000" b="1"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1000" b="1">
                <a:latin typeface="微软雅黑" pitchFamily="34" charset="-122"/>
                <a:ea typeface="微软雅黑" pitchFamily="34" charset="-122"/>
              </a:rPr>
              <a:t> &amp; </a:t>
            </a:r>
            <a:r>
              <a:rPr lang="zh-CN" altLang="en-US" sz="1000" b="1">
                <a:latin typeface="微软雅黑" pitchFamily="34" charset="-122"/>
                <a:ea typeface="微软雅黑" pitchFamily="34" charset="-122"/>
              </a:rPr>
              <a:t>淘汰</a:t>
            </a:r>
            <a:endParaRPr lang="zh-CN" altLang="en-US" sz="1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6DA5B0-8CCD-499D-A9D4-2C8ADC2BCE06}"/>
              </a:ext>
            </a:extLst>
          </p:cNvPr>
          <p:cNvSpPr/>
          <p:nvPr/>
        </p:nvSpPr>
        <p:spPr>
          <a:xfrm>
            <a:off x="177035" y="4452557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2813"/>
            <a:r>
              <a:rPr lang="zh-CN" altLang="en-US" sz="1000">
                <a:latin typeface="微软雅黑" pitchFamily="34" charset="-122"/>
                <a:ea typeface="微软雅黑" pitchFamily="34" charset="-122"/>
              </a:rPr>
              <a:t>待审视</a:t>
            </a:r>
            <a:r>
              <a:rPr lang="en-US" altLang="zh-CN" sz="1000"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063F3F2F-38AB-4F83-B51B-E1383ECD5B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0910959"/>
              </p:ext>
            </p:extLst>
          </p:nvPr>
        </p:nvGraphicFramePr>
        <p:xfrm>
          <a:off x="7190947" y="7894"/>
          <a:ext cx="1943240" cy="188926"/>
        </p:xfrm>
        <a:graphic>
          <a:graphicData uri="http://schemas.openxmlformats.org/drawingml/2006/table">
            <a:tbl>
              <a:tblPr firstRow="1" bandRow="1"/>
              <a:tblGrid>
                <a:gridCol w="4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926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业务地图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组织地图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2"/>
                          </a:solidFill>
                          <a:highlight>
                            <a:srgbClr val="FF0000"/>
                          </a:highlight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人才地图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1pPr>
                      <a:lvl2pPr marL="593662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2pPr>
                      <a:lvl3pPr marL="1187323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3pPr>
                      <a:lvl4pPr marL="1780986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4pPr>
                      <a:lvl5pPr marL="2374648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5pPr>
                      <a:lvl6pPr marL="2968309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6pPr>
                      <a:lvl7pPr marL="3561971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7pPr>
                      <a:lvl8pPr marL="4155634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8pPr>
                      <a:lvl9pPr marL="4749295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氛围地图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>
            <a:extLst>
              <a:ext uri="{FF2B5EF4-FFF2-40B4-BE49-F238E27FC236}">
                <a16:creationId xmlns:a16="http://schemas.microsoft.com/office/drawing/2014/main" id="{1B8A7A26-4710-4614-BAEE-770D1D7C95B7}"/>
              </a:ext>
            </a:extLst>
          </p:cNvPr>
          <p:cNvSpPr txBox="1"/>
          <p:nvPr/>
        </p:nvSpPr>
        <p:spPr>
          <a:xfrm>
            <a:off x="290676" y="717891"/>
            <a:ext cx="8598800" cy="285958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lIns="91416" tIns="45708" rIns="91416" bIns="45708"/>
          <a:lstStyle/>
          <a:p>
            <a:pPr marL="180975" indent="-180975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l"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关键任务：</a:t>
            </a:r>
          </a:p>
          <a:p>
            <a:pPr marL="447675" indent="-92075">
              <a:lnSpc>
                <a:spcPct val="110000"/>
              </a:lnSpc>
              <a:spcAft>
                <a:spcPts val="0"/>
              </a:spcAft>
              <a:buFont typeface="Wingdings" pitchFamily="2" charset="2"/>
              <a:buChar char="p"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团队导向</a:t>
            </a:r>
            <a:r>
              <a: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氛围：</a:t>
            </a:r>
            <a:endParaRPr lang="en-US" altLang="zh-CN"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55600">
              <a:lnSpc>
                <a:spcPct val="110000"/>
              </a:lnSpc>
              <a:spcAft>
                <a:spcPts val="0"/>
              </a:spcAft>
            </a:pPr>
            <a:r>
              <a:rPr lang="zh-CN" altLang="en-US" sz="1200" b="1">
                <a:solidFill>
                  <a:srgbClr val="000000"/>
                </a:solidFill>
                <a:latin typeface="宋体" panose="02010600030101010101" pitchFamily="2" charset="-122"/>
              </a:rPr>
              <a:t>打造</a:t>
            </a: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敢于突破，</a:t>
            </a:r>
            <a:r>
              <a:rPr lang="zh-CN" altLang="en-US" sz="1200" b="1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勇于创新，团结一致，</a:t>
            </a:r>
            <a:r>
              <a:rPr lang="zh-CN" altLang="en-US" sz="1200" b="1">
                <a:solidFill>
                  <a:srgbClr val="000000"/>
                </a:solidFill>
                <a:latin typeface="宋体" panose="02010600030101010101" pitchFamily="2" charset="-122"/>
              </a:rPr>
              <a:t>有技术追求</a:t>
            </a:r>
            <a:r>
              <a:rPr lang="zh-CN" altLang="en-US" sz="1200" b="1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的团队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行动措施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GAP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点：团队人员缺乏洞察能力，当前很多技术都来做外部团队输入。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规划技术领域责任人，定期去洞察分析新技术。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组织小组例会、参与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SEG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例会，分享、全员学习相关新技术。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给予员工与专家、社区、外部会议论坛交流机会，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培养员工技术洞察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活动氛围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关键节点的团建、聚餐，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1~2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个月组织一次。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根据员工兴趣组织集体活动：健身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、打球、露营等等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92075">
              <a:lnSpc>
                <a:spcPct val="11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3F4439-05F0-49C3-9EBE-0E4E1F66C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944" y="175031"/>
            <a:ext cx="7745412" cy="462171"/>
          </a:xfrm>
        </p:spPr>
        <p:txBody>
          <a:bodyPr/>
          <a:lstStyle/>
          <a:p>
            <a:pPr eaLnBrk="1" hangingPunct="1"/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氛围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地图</a:t>
            </a:r>
            <a:endPara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EBD2DB0-19ED-49ED-B1D5-12511B0B06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1530441"/>
              </p:ext>
            </p:extLst>
          </p:nvPr>
        </p:nvGraphicFramePr>
        <p:xfrm>
          <a:off x="7190947" y="7894"/>
          <a:ext cx="1943240" cy="188926"/>
        </p:xfrm>
        <a:graphic>
          <a:graphicData uri="http://schemas.openxmlformats.org/drawingml/2006/table">
            <a:tbl>
              <a:tblPr firstRow="1" bandRow="1"/>
              <a:tblGrid>
                <a:gridCol w="4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926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业务地图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组织地图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2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人才地图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1pPr>
                      <a:lvl2pPr marL="593662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2pPr>
                      <a:lvl3pPr marL="1187323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3pPr>
                      <a:lvl4pPr marL="1780986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4pPr>
                      <a:lvl5pPr marL="2374648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5pPr>
                      <a:lvl6pPr marL="2968309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6pPr>
                      <a:lvl7pPr marL="3561971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7pPr>
                      <a:lvl8pPr marL="4155634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8pPr>
                      <a:lvl9pPr marL="4749295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氛围地图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111675"/>
      </p:ext>
    </p:extLst>
  </p:cSld>
  <p:clrMapOvr>
    <a:masterClrMapping/>
  </p:clrMapOvr>
  <p:transition advClick="0" advTm="8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3613960" y="1015908"/>
            <a:ext cx="1511503" cy="2677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684336">
              <a:defRPr/>
            </a:pP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样板技术开发组</a:t>
            </a:r>
            <a:endParaRPr lang="zh-CN" altLang="en-US" sz="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174"/>
          <p:cNvSpPr>
            <a:spLocks noChangeShapeType="1"/>
          </p:cNvSpPr>
          <p:nvPr/>
        </p:nvSpPr>
        <p:spPr bwMode="auto">
          <a:xfrm flipV="1">
            <a:off x="1147381" y="1428731"/>
            <a:ext cx="681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lIns="59377" tIns="29688" rIns="59377" bIns="29688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177"/>
          <p:cNvSpPr>
            <a:spLocks noChangeShapeType="1"/>
          </p:cNvSpPr>
          <p:nvPr/>
        </p:nvSpPr>
        <p:spPr bwMode="auto">
          <a:xfrm>
            <a:off x="4369711" y="1286073"/>
            <a:ext cx="0" cy="1349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59377" tIns="29688" rIns="59377" bIns="29688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177"/>
          <p:cNvSpPr>
            <a:spLocks noChangeShapeType="1"/>
          </p:cNvSpPr>
          <p:nvPr/>
        </p:nvSpPr>
        <p:spPr bwMode="auto">
          <a:xfrm>
            <a:off x="3243536" y="1433307"/>
            <a:ext cx="0" cy="2154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59377" tIns="29688" rIns="59377" bIns="29688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77"/>
          <p:cNvSpPr>
            <a:spLocks noChangeShapeType="1"/>
          </p:cNvSpPr>
          <p:nvPr/>
        </p:nvSpPr>
        <p:spPr bwMode="auto">
          <a:xfrm>
            <a:off x="1147381" y="1433885"/>
            <a:ext cx="0" cy="2154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lIns="59377" tIns="29688" rIns="59377" bIns="29688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177"/>
          <p:cNvSpPr>
            <a:spLocks noChangeShapeType="1"/>
          </p:cNvSpPr>
          <p:nvPr/>
        </p:nvSpPr>
        <p:spPr bwMode="auto">
          <a:xfrm>
            <a:off x="5448420" y="1441594"/>
            <a:ext cx="0" cy="2154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59377" tIns="29688" rIns="59377" bIns="29688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Group 159"/>
          <p:cNvGraphicFramePr>
            <a:graphicFrameLocks noGrp="1"/>
          </p:cNvGraphicFramePr>
          <p:nvPr>
            <p:extLst/>
          </p:nvPr>
        </p:nvGraphicFramePr>
        <p:xfrm>
          <a:off x="7728082" y="341857"/>
          <a:ext cx="755751" cy="642632"/>
        </p:xfrm>
        <a:graphic>
          <a:graphicData uri="http://schemas.openxmlformats.org/drawingml/2006/table">
            <a:tbl>
              <a:tblPr/>
              <a:tblGrid>
                <a:gridCol w="755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80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胜任度高</a:t>
                      </a:r>
                    </a:p>
                  </a:txBody>
                  <a:tcPr marL="53979" marR="53979" marT="26989" marB="26989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胜任</a:t>
                      </a:r>
                    </a:p>
                  </a:txBody>
                  <a:tcPr marL="53979" marR="53979" marT="26989" marB="26989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基本胜任</a:t>
                      </a:r>
                    </a:p>
                  </a:txBody>
                  <a:tcPr marL="53979" marR="53979" marT="26989" marB="26989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暂不胜任</a:t>
                      </a:r>
                    </a:p>
                  </a:txBody>
                  <a:tcPr marL="53979" marR="53979" marT="26989" marB="26989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Line 177"/>
          <p:cNvSpPr>
            <a:spLocks noChangeShapeType="1"/>
          </p:cNvSpPr>
          <p:nvPr/>
        </p:nvSpPr>
        <p:spPr bwMode="auto">
          <a:xfrm>
            <a:off x="7962424" y="1433884"/>
            <a:ext cx="0" cy="2154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59377" tIns="29688" rIns="59377" bIns="29688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0" name="Content Placeholder 3"/>
          <p:cNvGraphicFramePr>
            <a:graphicFrameLocks/>
          </p:cNvGraphicFramePr>
          <p:nvPr>
            <p:extLst/>
          </p:nvPr>
        </p:nvGraphicFramePr>
        <p:xfrm>
          <a:off x="7190947" y="7894"/>
          <a:ext cx="1943240" cy="188926"/>
        </p:xfrm>
        <a:graphic>
          <a:graphicData uri="http://schemas.openxmlformats.org/drawingml/2006/table">
            <a:tbl>
              <a:tblPr firstRow="1" bandRow="1"/>
              <a:tblGrid>
                <a:gridCol w="4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926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utigerNext LT Medium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业务地图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组织地图</a:t>
                      </a:r>
                    </a:p>
                  </a:txBody>
                  <a:tcPr marL="13489" marR="13489" marT="26979" marB="2697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2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人才地图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1pPr>
                      <a:lvl2pPr marL="593662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2pPr>
                      <a:lvl3pPr marL="1187323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3pPr>
                      <a:lvl4pPr marL="1780986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4pPr>
                      <a:lvl5pPr marL="2374648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5pPr>
                      <a:lvl6pPr marL="2968309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6pPr>
                      <a:lvl7pPr marL="3561971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7pPr>
                      <a:lvl8pPr marL="4155634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8pPr>
                      <a:lvl9pPr marL="4749295" algn="l" defTabSz="1187323" rtl="0" eaLnBrk="1" latinLnBrk="0" hangingPunct="1">
                        <a:defRPr sz="2337" kern="1200">
                          <a:solidFill>
                            <a:schemeClr val="tx1"/>
                          </a:solidFill>
                          <a:latin typeface="Calibri" panose="020F0502020204030204"/>
                          <a:ea typeface="华文细黑"/>
                          <a:cs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宋体"/>
                        </a:rPr>
                        <a:t>氛围地图</a:t>
                      </a:r>
                    </a:p>
                  </a:txBody>
                  <a:tcPr marL="13489" marR="13489" marT="26979" marB="2697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164"/>
          <p:cNvGraphicFramePr>
            <a:graphicFrameLocks noGrp="1"/>
          </p:cNvGraphicFramePr>
          <p:nvPr>
            <p:extLst/>
          </p:nvPr>
        </p:nvGraphicFramePr>
        <p:xfrm>
          <a:off x="115822" y="1650104"/>
          <a:ext cx="1999203" cy="2183692"/>
        </p:xfrm>
        <a:graphic>
          <a:graphicData uri="http://schemas.openxmlformats.org/drawingml/2006/table">
            <a:tbl>
              <a:tblPr/>
              <a:tblGrid>
                <a:gridCol w="439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1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Agent</a:t>
                      </a: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算子生成</a:t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SFT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数据算法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i="0" u="none" strike="noStrike" kern="120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成员A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 kern="120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/ 1 / 2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RL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成员B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 </a:t>
                      </a: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4 / 5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数据集客户面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i="0" u="none" strike="noStrike" kern="120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成员C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 kern="120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15/1/2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265573"/>
                  </a:ext>
                </a:extLst>
              </a:tr>
              <a:tr h="234839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102950"/>
                  </a:ext>
                </a:extLst>
              </a:tr>
              <a:tr h="16193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部门A、部门B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部门C、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部门D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、部门E、部门F、部门G、部门H、部门I、部门J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051" marR="27051" marT="13462" marB="134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558802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2247007" y="1648726"/>
          <a:ext cx="1990721" cy="1950181"/>
        </p:xfrm>
        <a:graphic>
          <a:graphicData uri="http://schemas.openxmlformats.org/drawingml/2006/table">
            <a:tbl>
              <a:tblPr firstCol="1"/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90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样板稀疏量化</a:t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成员H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19/5/8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105397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特性X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特性Y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成员F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 </a:t>
                      </a:r>
                      <a:r>
                        <a:rPr kumimoji="0" lang="zh-CN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3 </a:t>
                      </a: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6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mxfp4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成员G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 / 2 </a:t>
                      </a: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5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QAT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、蒸馏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16/2/4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89132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606046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部门A、部门L、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平台X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8809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/>
          </p:nvPr>
        </p:nvGraphicFramePr>
        <p:xfrm>
          <a:off x="4237728" y="3609670"/>
          <a:ext cx="2157418" cy="1679351"/>
        </p:xfrm>
        <a:graphic>
          <a:graphicData uri="http://schemas.openxmlformats.org/drawingml/2006/table">
            <a:tbl>
              <a:tblPr/>
              <a:tblGrid>
                <a:gridCol w="373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90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样板EPLB</a:t>
                      </a: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成员M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/ 3 / 8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66980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成员K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3 / 5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推理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成员L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D2 / x / 2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73832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部门R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、部门N、部门O、部门P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691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6908799" y="1657013"/>
          <a:ext cx="1943234" cy="2484900"/>
        </p:xfrm>
        <a:graphic>
          <a:graphicData uri="http://schemas.openxmlformats.org/drawingml/2006/table">
            <a:tbl>
              <a:tblPr/>
              <a:tblGrid>
                <a:gridCol w="558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90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</a:t>
                      </a: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功耗自适应优化</a:t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成员H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19/5/8</a:t>
                      </a:r>
                      <a:endParaRPr kumimoji="0" lang="zh-CN" altLang="en-US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调频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成员D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/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初级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1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Seq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成员I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 / 2 / 5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347999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成员N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部门R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603061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成员O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部门R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164242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成员P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部门M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353680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部门R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、部门M、部门U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678751"/>
                  </a:ext>
                </a:extLst>
              </a:tr>
            </a:tbl>
          </a:graphicData>
        </a:graphic>
      </p:graphicFrame>
      <p:sp>
        <p:nvSpPr>
          <p:cNvPr id="29" name="流程图: 文档 28">
            <a:extLst>
              <a:ext uri="{FF2B5EF4-FFF2-40B4-BE49-F238E27FC236}">
                <a16:creationId xmlns:a16="http://schemas.microsoft.com/office/drawing/2014/main" id="{2A37BE8D-1F21-431D-892B-597BC2649E0D}"/>
              </a:ext>
            </a:extLst>
          </p:cNvPr>
          <p:cNvSpPr/>
          <p:nvPr/>
        </p:nvSpPr>
        <p:spPr bwMode="auto">
          <a:xfrm>
            <a:off x="5594112" y="353569"/>
            <a:ext cx="1904915" cy="983216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9377" tIns="29688" rIns="59377" bIns="29688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01025">
              <a:lnSpc>
                <a:spcPct val="150000"/>
              </a:lnSpc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人员胜任度：指人员绩效输出现状与其应承担的岗位要求的绩效输出之间差距。是与岗位要求相比，而非实际从事的工作。</a:t>
            </a:r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98D7947E-E90A-4641-BDBD-ABC0EC31DFAB}"/>
              </a:ext>
            </a:extLst>
          </p:cNvPr>
          <p:cNvSpPr txBox="1">
            <a:spLocks noChangeArrowheads="1"/>
          </p:cNvSpPr>
          <p:nvPr/>
        </p:nvSpPr>
        <p:spPr>
          <a:xfrm>
            <a:off x="92944" y="175031"/>
            <a:ext cx="7745412" cy="462171"/>
          </a:xfrm>
          <a:prstGeom prst="rect">
            <a:avLst/>
          </a:prstGeom>
        </p:spPr>
        <p:txBody>
          <a:bodyPr/>
          <a:lstStyle>
            <a:lvl1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2pPr>
            <a:lvl3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3pPr>
            <a:lvl4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4pPr>
            <a:lvl5pPr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5pPr>
            <a:lvl6pPr marL="457200"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6pPr>
            <a:lvl7pPr marL="914400"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7pPr>
            <a:lvl8pPr marL="1371600"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8pPr>
            <a:lvl9pPr marL="1828800" algn="l" defTabSz="784225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r>
              <a:rPr lang="zh-CN" altLang="en-US" sz="2400" kern="0">
                <a:latin typeface="微软雅黑" pitchFamily="34" charset="-122"/>
                <a:ea typeface="微软雅黑" pitchFamily="34" charset="-122"/>
              </a:rPr>
              <a:t>组织地图</a:t>
            </a:r>
            <a:endParaRPr lang="zh-CN" altLang="en-US" sz="2400" kern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A72AB4E-C3A0-46C2-957A-9C8FD2037A4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89151" y="1679525"/>
          <a:ext cx="2157418" cy="1436446"/>
        </p:xfrm>
        <a:graphic>
          <a:graphicData uri="http://schemas.openxmlformats.org/drawingml/2006/table">
            <a:tbl>
              <a:tblPr/>
              <a:tblGrid>
                <a:gridCol w="373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90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样板EPLB</a:t>
                      </a: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成员K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/ 3 / 5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66980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推理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成员L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D2 / x / 2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73832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部门R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、部门N、部门O、部门P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69168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6F58F997-AF26-42D3-A9B8-AB68FC82F25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181016" y="3708654"/>
          <a:ext cx="1990721" cy="1950181"/>
        </p:xfrm>
        <a:graphic>
          <a:graphicData uri="http://schemas.openxmlformats.org/drawingml/2006/table">
            <a:tbl>
              <a:tblPr firstCol="1"/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90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样板稀疏量化</a:t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人岗</a:t>
                      </a:r>
                      <a:r>
                        <a:rPr kumimoji="0" lang="en-US" altLang="zh-CN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任职</a:t>
                      </a:r>
                      <a:r>
                        <a:rPr kumimoji="0" lang="en-US" altLang="zh-CN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年限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成员H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19/5/8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105397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特性X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特性Y</a:t>
                      </a: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成员F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 </a:t>
                      </a:r>
                      <a:r>
                        <a:rPr kumimoji="0" lang="zh-CN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3 </a:t>
                      </a: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6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mxfp4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成员G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 / 2 </a:t>
                      </a: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5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QAT</a:t>
                      </a: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、蒸馏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DV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成员E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16/2/4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89132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606046"/>
                  </a:ext>
                </a:extLst>
              </a:tr>
              <a:tr h="24290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部门A、部门L、</a:t>
                      </a: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平台X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26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6989" marR="26989" marT="13495" marB="13495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88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3116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388.5"/>
  <p:tag name="LTOP" val=" 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540.625"/>
  <p:tag name="LTOP" val=" 507.875"/>
</p:tagLst>
</file>

<file path=ppt/theme/theme1.xml><?xml version="1.0" encoding="utf-8"?>
<a:theme xmlns:a="http://schemas.openxmlformats.org/drawingml/2006/main" name="Blank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9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自定义设计方案">
  <a:themeElements>
    <a:clrScheme name="1_自定义设计方案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default">
  <a:themeElements>
    <a:clrScheme name="default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default">
      <a:majorFont>
        <a:latin typeface="FrutigerNext LT Medium"/>
        <a:ea typeface="黑体"/>
        <a:cs typeface=""/>
      </a:majorFont>
      <a:minorFont>
        <a:latin typeface="FrutigerNext LT Regular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hlink">
            <a:alpha val="14000"/>
          </a:schemeClr>
        </a:solidFill>
        <a:ln w="6350" cap="flat" cmpd="sng" algn="ctr">
          <a:noFill/>
          <a:prstDash val="dash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90500" marR="0" indent="26670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>
            <a:schemeClr val="tx1"/>
          </a:buClr>
          <a:buSzPct val="50000"/>
          <a:buFont typeface="Wingdings" pitchFamily="2" charset="2"/>
          <a:buChar char="p"/>
          <a:tabLst>
            <a:tab pos="8521700" algn="r"/>
          </a:tabLst>
          <a:defRPr kumimoji="0" 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FrutigerNext LT Regular" charset="0"/>
            <a:ea typeface="华文细黑" pitchFamily="2" charset="-122"/>
          </a:defRPr>
        </a:defPPr>
      </a:lstStyle>
    </a:spDef>
    <a:lnDef>
      <a:spPr bwMode="auto">
        <a:solidFill>
          <a:schemeClr val="hlink">
            <a:alpha val="14000"/>
          </a:schemeClr>
        </a:solidFill>
        <a:ln w="9525" cap="flat" cmpd="sng" algn="ctr">
          <a:solidFill>
            <a:schemeClr val="tx2">
              <a:lumMod val="60000"/>
              <a:lumOff val="40000"/>
            </a:schemeClr>
          </a:solidFill>
          <a:prstDash val="dash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DDDDDD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BlackCn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BlackCn"/>
            <a:ea typeface="ＭＳ Ｐゴシック" pitchFamily="34" charset="-128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2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4_default">
  <a:themeElements>
    <a:clrScheme name="default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default">
      <a:majorFont>
        <a:latin typeface="FrutigerNext LT Medium"/>
        <a:ea typeface="黑体"/>
        <a:cs typeface=""/>
      </a:majorFont>
      <a:minorFont>
        <a:latin typeface="FrutigerNext LT Regular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DDDDDD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3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/>
          </a:solidFill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ln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5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/>
          </a:solidFill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ln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_default">
  <a:themeElements>
    <a:clrScheme name="defaul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">
      <a:majorFont>
        <a:latin typeface="FrutigerNext LT Medium"/>
        <a:ea typeface="黑体"/>
        <a:cs typeface=""/>
      </a:majorFont>
      <a:minorFont>
        <a:latin typeface="FrutigerNext LT Regular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25" tIns="45712" rIns="91425" bIns="45712" numCol="1" anchor="t" anchorCtr="0" compatLnSpc="1">
        <a:prstTxWarp prst="textNoShape">
          <a:avLst/>
        </a:prstTxWarp>
        <a:spAutoFit/>
      </a:bodyPr>
      <a:lstStyle>
        <a:defPPr marL="0" marR="0" indent="0" algn="r" defTabSz="8778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Regular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25" tIns="45712" rIns="91425" bIns="45712" numCol="1" anchor="t" anchorCtr="0" compatLnSpc="1">
        <a:prstTxWarp prst="textNoShape">
          <a:avLst/>
        </a:prstTxWarp>
        <a:spAutoFit/>
      </a:bodyPr>
      <a:lstStyle>
        <a:defPPr marL="0" marR="0" indent="0" algn="r" defTabSz="8778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Regular" pitchFamily="34" charset="0"/>
            <a:ea typeface="MS PGothic" pitchFamily="34" charset="-128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5_default">
  <a:themeElements>
    <a:clrScheme name="default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default">
      <a:majorFont>
        <a:latin typeface="FrutigerNext LT Medium"/>
        <a:ea typeface="黑体"/>
        <a:cs typeface=""/>
      </a:majorFont>
      <a:minorFont>
        <a:latin typeface="FrutigerNext LT Regular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DDDDDD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79670</TotalTime>
  <Words>1634</Words>
  <Application>Microsoft Office PowerPoint</Application>
  <PresentationFormat>全屏显示(16:9)</PresentationFormat>
  <Paragraphs>369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7</vt:i4>
      </vt:variant>
    </vt:vector>
  </HeadingPairs>
  <TitlesOfParts>
    <vt:vector size="34" baseType="lpstr">
      <vt:lpstr>FrutigerNext LT Bold</vt:lpstr>
      <vt:lpstr>FrutigerNext LT Light</vt:lpstr>
      <vt:lpstr>FrutigerNext LT Medium</vt:lpstr>
      <vt:lpstr>FrutigerNext LT Regular</vt:lpstr>
      <vt:lpstr>MS PGothic</vt:lpstr>
      <vt:lpstr>MS PGothic</vt:lpstr>
      <vt:lpstr>黑体</vt:lpstr>
      <vt:lpstr>华文细黑</vt:lpstr>
      <vt:lpstr>宋体</vt:lpstr>
      <vt:lpstr>微软雅黑</vt:lpstr>
      <vt:lpstr>Arial</vt:lpstr>
      <vt:lpstr>Calibri</vt:lpstr>
      <vt:lpstr>Wingdings</vt:lpstr>
      <vt:lpstr>Blank</vt:lpstr>
      <vt:lpstr>8_主题1</vt:lpstr>
      <vt:lpstr>9_主题1</vt:lpstr>
      <vt:lpstr>2_自定义设计方案</vt:lpstr>
      <vt:lpstr>10_主题1</vt:lpstr>
      <vt:lpstr>11_主题1</vt:lpstr>
      <vt:lpstr>2_default</vt:lpstr>
      <vt:lpstr>自定义设计方案</vt:lpstr>
      <vt:lpstr>12_主题1</vt:lpstr>
      <vt:lpstr>4_default</vt:lpstr>
      <vt:lpstr>13_主题1</vt:lpstr>
      <vt:lpstr>15_主题1</vt:lpstr>
      <vt:lpstr>1_default</vt:lpstr>
      <vt:lpstr>5_default</vt:lpstr>
      <vt:lpstr>PowerPoint 演示文稿</vt:lpstr>
      <vt:lpstr>业务地图</vt:lpstr>
      <vt:lpstr>PowerPoint 演示文稿</vt:lpstr>
      <vt:lpstr>人才地图</vt:lpstr>
      <vt:lpstr>氛围地图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0</dc:title>
  <dc:creator>skill</dc:creator>
  <cp:lastModifiedBy>skill</cp:lastModifiedBy>
  <cp:revision>967</cp:revision>
  <cp:lastPrinted>2011-04-14T06:54:53Z</cp:lastPrinted>
  <dcterms:created xsi:type="dcterms:W3CDTF">2013-08-31T01:14:15Z</dcterms:created>
  <dcterms:modified xsi:type="dcterms:W3CDTF">2026-08-03T16:20:03Z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(3)45fRXhSbN/qmFzo/X0UxQYZgSNwAuht8ro1qTX/io0FSIsdVwjyqS8A0eRSxket1LmKpwjiW_x000d_ OxJdBgzU13ONvuugKBzCsoDxUpv/4u50JGU2Oot35baIHkkfKy6crsZBr7iLbSocgDwgEPGe_x000d_ GzH/R0xW0lWYGNti2lrJ3puVhITEROoqFGtBaiZhum1BvECIjAgWtu0TueVWpxXrzOS2NyZR_x000d_ qF1EGNF/ig+tEKopTb</vt:lpwstr>
  </property>
  <property fmtid="{D5CDD505-2E9C-101B-9397-08002B2CF9AE}" pid="3" name="_ms_pID_7253431">
    <vt:lpwstr>Rw1rvYBEp4TZvMxJRvEYgER9Z4d5gX2hl/7//OdCYWYVaPCndJWstb_x000d_ X2dARxL0Wxvb53Ka2zW+mamIWljpIu5KJuZSnF0NlHtkRCgYrjrRpPz5mUw4B+7w+LUrfo3+_x000d_ Bm7Bj26i6NChU+sa4+Dgln691y551wsf8J3Sze3Oa/rElbxT75pnwkihfup3lC+hRpZOoGqe_x000d_ IDK0LBeZ8pTPbZg7PxYpwQbe93EovnwJ+sUi</vt:lpwstr>
  </property>
  <property fmtid="{D5CDD505-2E9C-101B-9397-08002B2CF9AE}" pid="4" name="_ms_pID_7253432">
    <vt:lpwstr>LudONXwQeWpxUrabtXK2/gZjk3bLs4aqY9fu_x000d_ HJuxrATFptrfsEWyL7um09NiKY8lEeYQitjFNAIpNlNhhklwz8mpzmjPWbu25zKKAIF/H/qj_x000d_ tgntsxzX3XXlqyTFFI3lWtSkcFOjq4VmvP8iYm+/3Zy2y2jaIeQoJ0OjAeIAAE2nqObsFAHA_x000d_ wRrViEHE/yhjyQ==</vt:lpwstr>
  </property>
  <property fmtid="{D5CDD505-2E9C-101B-9397-08002B2CF9AE}" pid="5" name="_ms_pID_7253433">
    <vt:lpwstr>fc38PzIrOAizb7YgJ1_x000d_ WpvTRnfTdAC07N+QT0dpEj41zSzovpNWy2bFbsnAtlXzdwS6lnQ3ycyLipxWXh92D5yWgrB8_x000d_ KZv5LEgYT+YV6BOGp9YrJNCkSXXMVOZxxwxCf72yg+7kFtxQpwHyQgEXR4NsXFwoFv77xr9T_x000d_ 6KHMFP22sLzf62Gdviq+jz+MNKSjhEVft9dtM0Nej0rEBMY/ZBCtY8iKVaRqpQSlo3wshIWb</vt:lpwstr>
  </property>
  <property fmtid="{D5CDD505-2E9C-101B-9397-08002B2CF9AE}" pid="6" name="_ms_pID_7253434">
    <vt:lpwstr>_x000d_ W5s/VgynLVWFtK01+rTrX1en0BQKzi4nN4EKxzCti6sbqRJUGN/OljRK21JF7cbX74Y+W4Uw_x000d_ fBmqUVSYMjIoRDIyNgr1H0IN/WwkUavJCczSprP2UYZOn//brMi1uvyF6P7SHGhzJ7xsx3Mu_x000d_ cLTUyfqHeIuU/kTA6szeg/4DzjAoomxFLk4ybPLYK6AFKH9i/phpPNnlMk/jE4DKKSmY9Xyo_x000d_ 5i/ZIujJ4u5jKRtQ</vt:lpwstr>
  </property>
  <property fmtid="{D5CDD505-2E9C-101B-9397-08002B2CF9AE}" pid="7" name="_ms_pID_7253435">
    <vt:lpwstr>AR94MzAAkvOZiTsoyHEYGEo2E9J85/UQptaS7NpFPpO03bE0OXVliEXL_x000d_ gV6S4CL28eS2+OeH1yTkzEB+UbrxSKZlKDFyoEH2/hZMIR2Xg9vIQJzPDaJywBOx1lut4TFR_x000d_ rdU7rSQTN7X+79Y/oqC4lM0r4fEh5ZbBykGaYR8H6ppYP5TO1ejkIij2jy967jUuXrMqKIut_x000d_ wJF0cggqkYNsH3iD+m9ROrGRS0soj5vzd2</vt:lpwstr>
  </property>
  <property fmtid="{D5CDD505-2E9C-101B-9397-08002B2CF9AE}" pid="8" name="_ms_pID_7253436">
    <vt:lpwstr>6GHqM4lWeNb4iin6+OiwfKG0dTqIgoy9rvx7oQ_x000d_ NKChrnO+ZbZ1w7aSQ98B3qAGm9cxpy7GZGc//V1xX72aVtpnUHP7Qw/Y5Ke5nOGpzxa0y5ug_x000d_ St06vqjcUbW6xZALQvKeCFKBhe9JUz4kElLg30eWYM6MeXOrGCu7RktNlrSYB87y6TYJ1YOU_x000d_ UfhW650X3FkSWSeZfWtaa2OHEJ1nBGlxFqpOT0u21O1y6MDfE4hk</vt:lpwstr>
  </property>
  <property fmtid="{D5CDD505-2E9C-101B-9397-08002B2CF9AE}" pid="9" name="_ms_pID_7253437">
    <vt:lpwstr>JvqUf105YQIV9AuY/5zr_x000d_ JnjxUTjrbz1FMccXNNL+MtkTVyBL7tzjjO8jTcq6o1B7T79WGphtTRWuR/vrrVuq7bewMnBi_x000d_ BbpADtjQQbeHcuBDJpheuiUQyxR5hT800nzxK8d5GG78tgGk3SfrjUMcIEKVY/dfx4N2m4qO_x000d_ NVnvMvHdEZyGC0lUwRqU/SeUWxQr4+L2McgCbXI9Pa6H0tVtjbYg/BRf2GXMYkuVXSuJ87</vt:lpwstr>
  </property>
  <property fmtid="{D5CDD505-2E9C-101B-9397-08002B2CF9AE}" pid="10" name="_ms_pID_7253438">
    <vt:lpwstr>tv_x000d_ Oe0GjW9M5wyq3GBUZcDGAfxus9SHkpwpRIEh83IGiQmlhQt5LvfUOQ0a0eD1WfFIGwEKhnTk_x000d_ a8SeySnOEyBRM1KO9JUgma6iuYsg+N4rkiGms/v8ZvJfIpZn6KWT+82aVPDMTeRhWOXdItz5_x000d_ v4UqM+rm5AVco5b+wPhCYygEpaDesN1jKqRTNN8clwU8o6Ti//EoytYJ6GR6y2wcHNE09W3F_x000d_ +WHxlbaqbnof7Q</vt:lpwstr>
  </property>
  <property fmtid="{D5CDD505-2E9C-101B-9397-08002B2CF9AE}" pid="11" name="_ms_pID_7253439">
    <vt:lpwstr>jx1FwxTQQUODiVEMu9f1nRfj3lbWV/fOUSqyui2jt7AJR2A1nj4F8nf0cb_x000d_ BdprHqMbYb5kT687L0yq4CrlI7YyKeR/SJ8eX/DuHi36BXdt7ZHyvUWv0BvqhiWgLjW3eulq_x000d_ BmjN6RXy23xwoTBPEPXIK4Yxu8vcyIesP0cVoiy09JRUv38MJu7O/fbAvz+lA7PQNzV4iJR5_x000d_ Jz7WFD2d5jVnXy823iYBVk5WCbtxo+fA</vt:lpwstr>
  </property>
  <property fmtid="{D5CDD505-2E9C-101B-9397-08002B2CF9AE}" pid="12" name="_ms_pID_72534310">
    <vt:lpwstr>/Ut3cHvFkZe23twhv6E0KFgtn5O0thls73FSVI6x_x000d_ mrNqxO0ViClaCrsR6Mwep5/yJD+++9yodR1jJ7EY7BfFu9GMck9BQkUFQli3kcaeNi5IoOEj_x000d_ RrqWcn34bghCJLYPZFj26k8d+ojTclK1ZIRD7YRjj0AeZDSnyQ78/Yu/P7d8UxvXW0AYfvgx_x000d_ 7qUXLGBAd0kFZXZT5nim8j5kQMYzCVuu2NYEeKTOZ4rmR2OvDQ</vt:lpwstr>
  </property>
  <property fmtid="{D5CDD505-2E9C-101B-9397-08002B2CF9AE}" pid="13" name="_ms_pID_72534311">
    <vt:lpwstr>8w1W0pVCZuKQ==</vt:lpwstr>
  </property>
  <property fmtid="{D5CDD505-2E9C-101B-9397-08002B2CF9AE}" pid="14" name="_new_ms_pID_72543">
    <vt:lpwstr>(3)qa3X1LAPpNa0Sx1TrCpfKoGI0hAaXz0WQdyxDIQSk5HNcL6cG/xK54e+KUtLtz4l7QDdMDsT
xYpj4GP/IRtqVc0mLA3Gcjhxu41Gxr92dSBsFLImAroGs0klS6HSdwSI7Ljk8GJ1haR4/2bK
Cp2R+GG786fiYdnpsy3ZfMK2rMfsxLeUUqIhkjECtxQZqEwk8Jgd5C5hDEbcYZHuDLkJ45lp
vZ7UhLKU8OzEq5MT7r</vt:lpwstr>
  </property>
  <property fmtid="{D5CDD505-2E9C-101B-9397-08002B2CF9AE}" pid="15" name="_new_ms_pID_725431">
    <vt:lpwstr>bbhCLMEIPNh2NoYF5orRd/27MloOXn9m0dvXcMZ1kWm245LmTmnYAp
xbultspOz27WnIxQ/g6SDdTYM520iDia7euTlQ/Ougfk3Y2BIQfz7JSv8Srw4wz6TWD1oVjC
Wnp4IxoSLW75MCqK1nY/9fUe1p6fGtTLj2xo8GD7G8nIOCN+I5m8015FQX89BGnhcyXPypd5
VgOUV6poAasZ4tL0csSSO4gvfSIDbL3ijdm/</vt:lpwstr>
  </property>
  <property fmtid="{D5CDD505-2E9C-101B-9397-08002B2CF9AE}" pid="16" name="_new_ms_pID_725432">
    <vt:lpwstr>eDCYsEMjFvL/7GaGhPJE9tN7aX/HZudZLsDl
55h7Ke1mQYGx0FiuZh/2cQf8G5asxNkE7F4poq6HI6IogtBUrtl+VBJgzGW3G1EBgfKZW947
B4AYRdmILLPG+dCHkx9da8WwuMYq3zvbmu3B5AxtESBM0b6nc02YXJT6l6qyMB2HFyH2pnlq
RNKcynY4xsgp4aur5gNZKwwIDejxqOZwkPE=</vt:lpwstr>
  </property>
  <property fmtid="{D5CDD505-2E9C-101B-9397-08002B2CF9AE}" pid="17" name="_new_ms_pID_725433">
    <vt:lpwstr>aZQKmFSA1bSLgt4FXF
XjntjQ==</vt:lpwstr>
  </property>
  <property fmtid="{D5CDD505-2E9C-101B-9397-08002B2CF9AE}" pid="18" name="_2015_ms_pID_725343">
    <vt:lpwstr>(3)l5K+qABicQ12XOyAAaLPt7gKxMGLZUfUBkWLVPCuxNhXvInIXlaGbtxFTOwpeIuwq0vnpMcJ
53F20IaVhk/UmVFDj/mTd8L5TYKnEhGbpjRrT+h+eZ63e1Aj1SZeE70owK/jieEsFBcQLhW+
Nlh3YP/gGpc/ksSQ0a4xQlNUyc4Lloa5rxT/C3eS+wlIgLaI4ZlEV+gl/Nf2SSZrTSnj93YA
nhOx/h7a+76xrCpUMG</vt:lpwstr>
  </property>
  <property fmtid="{D5CDD505-2E9C-101B-9397-08002B2CF9AE}" pid="19" name="_2015_ms_pID_7253431">
    <vt:lpwstr>XFawHYJ5UT5gha4QQ0c/0v5uT3pBzWUHHv250aToH7z4XbqmiOO674
djrN7l37qeXFFhUku+nzcN+U2saCVKATZ3CBIoOt3NGc+IT/om6L95dINrvQojUSA7zgouDi
iHDckm6+6zej6COg9F4iJmO6jdBjvN2ZDzPKC5bks3jR5EoDgR5RQLZbQs2A+Ouiw3LxlD4O
E/sFOCPWFzEOWud0JLIDt/sQ4BbGsi/Wv+wa</vt:lpwstr>
  </property>
  <property fmtid="{D5CDD505-2E9C-101B-9397-08002B2CF9AE}" pid="20" name="_2015_ms_pID_7253432">
    <vt:lpwstr>tw==</vt:lpwstr>
  </property>
  <property fmtid="{D5CDD505-2E9C-101B-9397-08002B2CF9AE}" pid="21" name="_readonly">
    <vt:lpwstr/>
  </property>
  <property fmtid="{D5CDD505-2E9C-101B-9397-08002B2CF9AE}" pid="22" name="_change">
    <vt:lpwstr/>
  </property>
  <property fmtid="{D5CDD505-2E9C-101B-9397-08002B2CF9AE}" pid="23" name="_full-control">
    <vt:lpwstr/>
  </property>
  <property fmtid="{D5CDD505-2E9C-101B-9397-08002B2CF9AE}" pid="24" name="sflag">
    <vt:lpwstr>1713771663</vt:lpwstr>
  </property>
</Properties>
</file>